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75"/>
  </p:notesMasterIdLst>
  <p:sldIdLst>
    <p:sldId id="260" r:id="rId3"/>
    <p:sldId id="414" r:id="rId4"/>
    <p:sldId id="289" r:id="rId5"/>
    <p:sldId id="416" r:id="rId6"/>
    <p:sldId id="417" r:id="rId7"/>
    <p:sldId id="418" r:id="rId8"/>
    <p:sldId id="415" r:id="rId9"/>
    <p:sldId id="313" r:id="rId10"/>
    <p:sldId id="419" r:id="rId11"/>
    <p:sldId id="420" r:id="rId12"/>
    <p:sldId id="421" r:id="rId13"/>
    <p:sldId id="334" r:id="rId14"/>
    <p:sldId id="338" r:id="rId15"/>
    <p:sldId id="336" r:id="rId16"/>
    <p:sldId id="340" r:id="rId17"/>
    <p:sldId id="339" r:id="rId18"/>
    <p:sldId id="341" r:id="rId19"/>
    <p:sldId id="343" r:id="rId20"/>
    <p:sldId id="344" r:id="rId21"/>
    <p:sldId id="350" r:id="rId22"/>
    <p:sldId id="351" r:id="rId23"/>
    <p:sldId id="353" r:id="rId24"/>
    <p:sldId id="354" r:id="rId25"/>
    <p:sldId id="352" r:id="rId26"/>
    <p:sldId id="422" r:id="rId27"/>
    <p:sldId id="378" r:id="rId28"/>
    <p:sldId id="355" r:id="rId29"/>
    <p:sldId id="356" r:id="rId30"/>
    <p:sldId id="357" r:id="rId31"/>
    <p:sldId id="361" r:id="rId32"/>
    <p:sldId id="358" r:id="rId33"/>
    <p:sldId id="359" r:id="rId34"/>
    <p:sldId id="360" r:id="rId35"/>
    <p:sldId id="362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72" r:id="rId45"/>
    <p:sldId id="373" r:id="rId46"/>
    <p:sldId id="374" r:id="rId47"/>
    <p:sldId id="375" r:id="rId48"/>
    <p:sldId id="376" r:id="rId49"/>
    <p:sldId id="377" r:id="rId50"/>
    <p:sldId id="346" r:id="rId51"/>
    <p:sldId id="348" r:id="rId52"/>
    <p:sldId id="349" r:id="rId53"/>
    <p:sldId id="379" r:id="rId54"/>
    <p:sldId id="380" r:id="rId55"/>
    <p:sldId id="381" r:id="rId56"/>
    <p:sldId id="382" r:id="rId57"/>
    <p:sldId id="383" r:id="rId58"/>
    <p:sldId id="385" r:id="rId59"/>
    <p:sldId id="384" r:id="rId60"/>
    <p:sldId id="386" r:id="rId61"/>
    <p:sldId id="387" r:id="rId62"/>
    <p:sldId id="388" r:id="rId63"/>
    <p:sldId id="389" r:id="rId64"/>
    <p:sldId id="390" r:id="rId65"/>
    <p:sldId id="391" r:id="rId66"/>
    <p:sldId id="392" r:id="rId67"/>
    <p:sldId id="393" r:id="rId68"/>
    <p:sldId id="394" r:id="rId69"/>
    <p:sldId id="395" r:id="rId70"/>
    <p:sldId id="396" r:id="rId71"/>
    <p:sldId id="423" r:id="rId72"/>
    <p:sldId id="424" r:id="rId73"/>
    <p:sldId id="425" r:id="rId7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智" initials="a" lastIdx="2" clrIdx="0"/>
  <p:cmAuthor id="2" name="李 智" initials="李" lastIdx="1" clrIdx="1"/>
  <p:cmAuthor id="3" name="Fate Su" initials="FS" lastIdx="1" clrIdx="2"/>
  <p:cmAuthor id="4" name="xujian@bit.edu.cn" initials="x" lastIdx="8" clrIdx="3"/>
  <p:cmAuthor id="5" name="方玥珵" initials="方玥珵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7AB"/>
    <a:srgbClr val="992D23"/>
    <a:srgbClr val="002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commentAuthors" Target="commentAuthor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FA2CD4-4BCB-4798-9670-613CF5BA3F2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AB6B-06DD-4E76-0388-3599283F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71F87D-7DA6-0707-7053-84F94887A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0E7561-209B-47E7-EE5C-B4BC3D9FB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B65E1F-8822-E65F-B0BB-E917F257E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99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1341-4B17-398E-2BB0-2CD5AF97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AA2617-5BBD-2672-1C64-0AC562744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7D96F3-7B93-016C-ADD1-C1CAB62B5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65C5F4-E1BA-8366-6023-15EF82D3A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028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C6DD-EBB4-DECB-01C1-DF11A42C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D03D2A-30B5-E8C6-41AB-01C595390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29B8F-B8D3-0FA3-D7A9-5F11D5480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1B19B7-494D-E529-060C-BFC0638EA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800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F65D-0D3D-A844-F845-3C49C9BC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71F5AB-6F68-7271-1CAE-C3327740D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7723BF-0991-1447-7EB6-525CFE394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A02561-ADB7-62FD-7631-4B2A7DB68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6206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77D7-D7E0-FA34-A60D-ED466765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569EBC-775E-6FF3-7421-39577A65B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FFE852-364B-12FD-650F-0039A7C33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E58546-782F-A17B-A5C3-766052916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126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254D-3F6E-20D1-F555-12838B6BC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3E3BB1-65D8-3F83-2D08-859F497F7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F8A1ED-ED54-D23D-37FF-45B2CAEA1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5175E7-95E9-ACFF-F751-7B4581905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449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D030-DDCF-1AAA-B745-936D86BE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ED3D83-54B8-AD4D-E804-F48BC4314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35A6CC-B4C1-CD89-8154-35C88A0A5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CB4DDF-7299-B5C8-2244-A756372C7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0098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06494-FD94-4D9E-B306-0EB5DEE7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8EE014-8ECB-87B5-D4C4-472DFEAC7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2828A3-3696-1F65-5DE8-610FE461C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9D196B-6BFA-FE25-66C1-42A8E0F18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127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5886C-8960-D107-2CAD-DB313D62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1C60F4-2FC3-0030-8ECF-E54D2D0A6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6ED0F3-33FA-5C4D-C0F2-1F365E5AE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919C0D-2030-BBE5-C950-949964E18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341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3F1FB-B832-264D-A5E6-A5817124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A643A6-9D3C-9DF6-247F-6924779AA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F960AD-B2FC-B825-0AC1-F37823357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075B74-DBC9-9181-3C54-02629FA24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170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1E52-0E71-C886-61BC-F418195C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1541B3-FCF6-8330-81B8-F87C3F541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68DE1A-E82C-2C2A-5FC8-3FE48864D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233D7E-0E27-F43D-BCBD-5A992AE8B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495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83C3A-412F-CFC8-E09A-44A49896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489B7D-5A20-F6DE-6B1E-C8C7BCBFE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84A592-DB92-26D5-95E5-A791DF697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09001A-D98F-8B18-FE55-588D81F0A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725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EACC5-9525-E766-977D-7599F7BE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3B76FF-33FC-8857-1DA0-75F702ED2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D29275-080B-0209-D1BA-EAD2876CD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F7CDB-8942-7A3C-832F-B7C000A94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3910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E12DF-E64F-F90A-0F99-8792483E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C8309F-9978-A256-F6F3-D90C96568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303D7B-2DEF-8C75-69B5-D02A33DE2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35E682-B48A-2734-4ED0-636FE73E6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288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5F2D-08B6-2282-9C60-E0E6F3DF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B4E4CF-EF10-2463-AEF3-415AABB33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F04D57-1C14-C26F-D259-EC808A0B9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5A866-0265-B16F-C263-0F8A14832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483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6043-F56A-623A-4B94-2D2CAE1C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D7CD7B-7C73-0905-7842-B41B893A7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C59C15-DD90-8F47-0033-36B8028AD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036786-DA51-7B05-478C-A51616AED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624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ED08-DF9B-B613-8D9C-930C814B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DDE73F-A1FF-819E-B34E-48D5844AA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03ACE2-0BEF-E004-7C9E-6902ACEBF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7A0B51-8E26-B781-1B37-5C5889608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4759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22B4-94C4-B962-861D-66202037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786581-7DC6-D19A-FF87-BB45FD3DB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9BEBB4-EE46-8BA4-22F6-8F7A3AAA8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A1351D-66DF-E02B-6E83-2345B907F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317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81D2-F823-FDE3-811F-E864BA3A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EA8EBE-4F32-FC95-4644-97B8DCADD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49FFF4-67C5-2C8A-58DC-76457D609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660C11-100E-6AD2-4C25-9F2AD5610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1326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6C4D-6151-8BAF-FBFE-A1BAA040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2D2B20-A7A3-7EB3-DE34-FDDBBD0BE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CC68DC-8F1C-BC65-D50B-9500B3029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DDB887-444A-C286-8E64-45F2A59D0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964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CE43-0220-11B4-76EF-938D36B6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5CA240-EB73-DF27-EB6D-F4F66F0AC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D404D6-A0CC-B80F-EF98-07E65834F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7EE05B-8557-14C1-6CD9-0FC00CDEA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3736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33C23-65D3-BC4E-9455-A73DCBA2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5A52B8-9C60-D7B5-75D1-0AF0C02DD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692662-9A07-CBBC-EC20-15865B0AC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2FFEFF-2517-7EE7-3909-8D7B891C5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3852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153F-2D01-F729-9231-80681447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57B3D1-7779-9375-5505-A61E2C00F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1C2F4-D4E2-7C8F-208C-5F71AA082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E5D79-588F-70EC-E8FB-A370A067C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940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4A60D-BEC1-5858-00C2-EC63F8A2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D83A43-6E51-0C43-7D8F-CD0B40B5F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06ACEF-AEEC-5861-82C1-22CC407BA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E7D595-6A18-BEFE-B64A-686D1D5E1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5672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3E5B-85FC-1963-10E5-AC9D2EE1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C18BB1-5D9D-B691-F4A6-0792FCA9E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04C158-1BAF-A7D9-68B4-9CB8FEDA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8BE584-4093-0CC9-AA62-58C72E92E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9498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0809-9BFC-B463-A8F9-28005F65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4D76DD-58E2-9401-176E-49B336680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796C82-75B3-8971-EA0B-A40D1AD60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72E8A1-04CA-5B75-0618-401D22EF8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0027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FD1CD-41D4-821B-148A-5FA6073D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F0156A-D679-9B88-EC30-7FDC1583D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6E3AAA-33DB-28DF-0537-D43C97F4E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512A36-6525-09A4-AA30-31EC1AA02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95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8404-A0EF-B07F-BEFF-230300A6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CA6685-39EF-8C14-0366-196E39432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DF28F0-33FF-903C-8652-817A79DEC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C030B9-4D0F-F9F0-9434-0AB41E3DF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5061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38C8-97C8-F215-0226-1FBA889C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1856D8-533D-C073-2871-837C06599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0DF184-7374-0FBD-E586-623A8EA09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1A2100-E657-B3F0-D63F-34EB19777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71059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914A-D13F-F852-1ACA-DD4C98A2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289601-0DF9-BF14-AA00-8849D59F3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F41056-0642-D3FC-11D3-169BFA31E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ED4FA2-F4FD-6723-2B98-CD741F094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3919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6D8A-5991-84BE-B483-432563BE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06516A-1646-02EE-70A9-CEDEE1D17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BA4E3A-FC95-E0E3-A4F7-1DAF35489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97FE2-A170-3A66-DBAA-E9B73C5CB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3731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A0BE9-FE65-ACE8-64D5-4560775B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A09AC0-48DA-D72E-D353-2C618E4DA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EF3C26-A44D-AB0E-33B0-B18786719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DD789-61F1-DB1D-9465-BC65F54B8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270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0033-1FB3-1D15-902D-91449AB7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42286D-EAC0-9C2E-B4B4-7107624F6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D50B1E-587A-FF58-8A91-167352618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57F01E-25BD-4013-F78F-27E2FCE69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337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B2F5-E2CF-D0A4-2559-2625F698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BA1DF2-1EED-77DF-434E-079CE9367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BA2546-86CB-D38D-F9AA-6355F9D75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7917C0-3644-FDDD-F3C7-388FA8061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4231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98A70-DCAB-2D07-A632-75710316E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B46FB8-8737-3228-5DCE-904A58C72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E1904F-7807-4945-863F-6CB66394C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FC321-7E3B-8949-D8C6-6587AC903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8439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EED1E-32A4-56A0-1AAB-2EE2C62F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53FBF2-9B9D-0DB4-DC90-2CC1D3FD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318C0E-89B2-544D-B57E-73BC24A24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1904DA-CC09-0FBB-FE11-46A9F1C11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7466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248E-22D7-FE1F-824C-5129F8EC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F0AB8E-8055-3F98-7588-8AC0EF8A3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262354-5463-E712-F725-D0B1F97FC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4BF4D7-A2F9-3850-6B31-C0EA2F561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5263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F055-E650-C975-7AAF-650A7E68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252899-4126-0C45-94EB-2BE23E27A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10D218-090A-5E04-CB45-9EC0F17A1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426A23-3BB2-10BF-6932-63A41D60A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689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B361-981A-3283-E203-E8137FDC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35E249-3938-95C8-E515-10AD2202E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2DFFC8-B61F-0C98-21C3-1E00D201B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EFD0CB-4E2A-988A-2387-A3B27FA3C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06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8F77A-77AA-4164-464A-7AF3EADA8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FCFA11-7E0D-4C5F-4947-C2DF5CEB1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971F74-467E-2912-27F3-4E46FA4C6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51899C-5E20-A3C4-9959-C307E077D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0133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B8C6-19E0-FA18-E30B-A3998E262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5DF6FC-6B1A-0366-5917-BF0C0ECD2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28C11F-E230-B684-B613-94CE62CE7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CF382C-BE41-F355-B7CA-96E6619AA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8664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D716-EDC7-C76C-9272-D6B5D96E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4538A2-0AB6-9AEB-43F3-EBBB3F4B3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138F59-A132-D5DB-B229-76DA5D576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AFF94A-2DDB-8B7A-E5B5-3070A7CF0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037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8A3D-6808-E654-005E-390C3C93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35B4BD-2874-055D-E86D-CB01C3238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DEBD90-DFCC-6106-FB47-01EFBFE1E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21AFCA-5092-C8E1-CD94-857290AFB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2508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E317B-EEF7-5C79-FB5A-6F6EB08E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94C749-A954-B720-16CA-1D665C616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E487B0-9B8F-1B2E-4E16-8096FF5F3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453EB4-2C46-1070-895E-CC0329E6F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451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FE3D5-F4D9-37B3-56F4-EFDE2B1A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85BA3-5EB6-8A18-E5E8-2E35A3463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D5B9CC-E552-9CD4-B7F6-B592C042B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24C230-3CE3-F6EE-1476-B78D6C281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0037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3049-B9D3-A856-72E7-9A7DD0DA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A14499-64F9-2215-9E59-6D45485C0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770F4A-CD01-475C-CB85-D74F576C9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EBC0B2-85BE-F167-F21F-C8F1826CC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4376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024D2-82E9-4F3A-9771-E99D3B73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0C9B30-74B3-A907-49E1-7335648B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5779AB-FF40-AACF-4C6A-286BE59B4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45414-C618-14E0-22BB-37BC060AC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5986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2482-0207-DB4B-EB7E-E2A9D9D0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FFDABD-8D4E-56AB-39CC-4C70A21C7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DE3E40-51D7-C4D9-C535-AF89C4D18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DC2324-E7BC-FB48-2724-FC8A22386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7286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67B1-C246-AA26-36A0-CAFAF5FC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9C1D7B-F9E1-DEDD-8A5B-F7F890C85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EBCFA9-A749-CA54-6D3E-A811CDC67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3EA345-D5AF-0818-C414-E7110B71A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937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D8D9-3E38-CD39-4D5B-323D2A12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CF4969-5774-7E51-3407-4BABB6F9C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8AE17E-1EAF-27EC-E9E4-7AA79230B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965B36-120C-17EB-5904-B586339A3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00119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1274-6C96-1D76-B1CE-AC309FB5F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8FC92B-AC46-8741-DA05-079EC5E0E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5CC86D-048C-C956-EE98-B8767FEBA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CB2F57-2CE3-A234-9D8E-B263E5414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9432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2E38-C7ED-6E9B-E655-B9BB150B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F198C2-2E4D-4C65-142A-33A8FE3A5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49A5D0-77BA-7247-6688-01EC78CED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AF698-7B72-5327-E1E8-89847079E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236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F60E-660C-88E7-05F5-1B56C6AA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180F90-CDFC-43B3-D8A6-5DFB072D5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6ADDB4-3403-0821-7961-204A2C36F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93CFE8-1776-45A7-0882-D72B3E45C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4716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43EE-C6A8-D77C-C9B2-584B64D9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29898F-8449-7E22-9EE9-4770D1B3C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A67788-AEDD-F9EA-8D17-7A8A8D57B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967BC6-B19E-7F5C-4E83-D427F47A3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3127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424C-00F0-89CB-E0C3-A351043E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E4398E-B2D9-24AB-2C84-18BA660E7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6033AA-F46D-0114-487F-4806AA74E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45A982-6935-37E5-61AC-FF44AEEEF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7765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9915B-8AEC-2085-2FD8-6CB782EB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AFDC77-B879-29F8-D45F-E8DE0E42E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424876-FB05-9F27-4BCF-58754B46C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5E951-E3AB-1797-844F-50B58A51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1055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DBF7-30FF-2FC2-8A7B-FA4C1002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0E0DAD-3D18-B470-739A-02E9E807A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D872EF-B67A-4E74-BA11-BA1C2D3B7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A5F565-729B-72E8-FF7B-33593D28B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2883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E63E1-DCC4-3E0D-87B6-CD3221B7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7333D3-73F0-F0F2-7FDD-522811D15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F5D69-769C-5269-AA70-00C3EA93D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86D6B0-CAFD-1B2F-DC37-040EF75BC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0213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7638-F1B7-9F67-56CE-8F29CE7C5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CC29FF-71C7-24A5-DBD0-99613A6DA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F18AF8-4ED3-3E5B-5805-E89A9F48A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BB9FBF-5DEC-FDC9-B799-7C664ED36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67710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F136-5A76-F305-9E50-54F3992B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D3C256-4652-19F6-1EBF-9F1584FF4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1F11D8-D0F0-74E5-D992-3477A7FE5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669304-EFCB-B093-82A9-914871533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929030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5059-2BF3-7B9C-5F52-D96A4F89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0E1A04-02DE-B45C-4B39-9CBE44304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32D8DE-7E4C-27AE-8DCB-9DFEB1E81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E90EE-1D47-DDC2-AE46-F8844C2A5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0441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3792-9B3C-99B7-C9B7-62480495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CFAF46-CF4D-DD93-43AB-E76342BBB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C70875-C212-8155-4157-CE5F944B9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D0C19E-BAFF-E19C-80A5-7E1D47439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47883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B12F-0098-90B5-DA1C-08DFCDE6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B01FA7-F849-886B-B83B-EB0455B87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0D68AE-A982-F07C-968B-64B5EB407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D7E4DA-1B9D-6921-5976-D93A9148C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41094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AB68-9A2C-F2AE-362D-5ABD29ED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1EA3B8-17F2-18DF-4D11-FCA5AE6A8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BDF51E-7B99-8B87-BC23-1586E0D4D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393E9E-D335-E3E8-FC03-3E869AE50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84957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EA83-AE82-72B2-66A8-86CF1326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243E33-2C34-E7BC-E1D5-0693FC92E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C5C597-2A02-C920-0516-A4E99843B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EA473A-3DE2-490E-C9D3-3C14E70CE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84146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0485-C363-6F75-B9BA-36572A8FB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52B9C4-D488-6441-BEE5-EC30B795E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26BF9C-203B-260E-7FBD-BCE05B067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40BE62-D854-6C94-98AA-0208A1B40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74303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63A3-EB34-9958-02B7-8B48FE37D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997AE6-2E3D-2990-8612-AB9673BAF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D825DF-0EB7-73B5-8668-3237128E4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48D8E7-8EB7-E858-F908-D32675B55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70823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E2A42-E5A5-2A9B-C2CA-E0E50035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4494B3-117C-AF1E-B240-EDDC2870B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8BA547-7172-D53E-787F-58719B2CB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ED4A14-C68A-55FC-F6F8-883E66EFD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00652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F9AB-90B3-9C24-3049-EF2B1D52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9D2C5-1A29-E55E-8B27-C11A7FD08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71597C-B3E5-4229-A326-2E4F6A133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5E551B-E300-2B69-8EED-E922AF77C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15106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15BE-BB83-7F9C-CBBF-5C7BF2AB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EEC030-5479-45AF-52A2-E6678F40E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480D26-94D5-3A33-9CDB-50BE1F747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1E75D-3548-8873-A66F-87255C4AE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550267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FDB11-FB8A-DBEE-5D92-977AAF4B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376D06-F9FE-DA85-7A0A-E625B9D9C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2E8E97-F6BA-2E6B-5963-C1B806AA8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6A7766-C1BD-0841-9088-ACE4D0AA2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065EEF-2E8F-4B78-911D-DA958BD9C3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91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750050"/>
            <a:ext cx="12192000" cy="10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145963" y="233032"/>
            <a:ext cx="46037" cy="265113"/>
          </a:xfrm>
          <a:prstGeom prst="rect">
            <a:avLst/>
          </a:prstGeom>
          <a:solidFill>
            <a:srgbClr val="9605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alphaModFix amt="5000"/>
            <a:duotone>
              <a:srgbClr val="EC5F7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ackgroundRemoval t="21653" b="79287" l="20795" r="79952">
                        <a14:foregroundMark x1="51094" y1="38906" x2="51094" y2="38906"/>
                      </a14:backgroundRemoval>
                    </a14:imgEffect>
                    <a14:imgEffect>
                      <a14:brightnessContrast bright="40000" contrast="40000"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00" t="14448" r="12653" b="13509"/>
          <a:stretch>
            <a:fillRect/>
          </a:stretch>
        </p:blipFill>
        <p:spPr>
          <a:xfrm rot="321821">
            <a:off x="-4319905" y="840105"/>
            <a:ext cx="8543290" cy="8323580"/>
          </a:xfrm>
          <a:prstGeom prst="ellipse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alphaModFix amt="5000"/>
            <a:duotone>
              <a:srgbClr val="EC5F7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ackgroundRemoval t="21653" b="79287" l="20795" r="79952">
                        <a14:foregroundMark x1="51094" y1="38906" x2="51094" y2="38906"/>
                      </a14:backgroundRemoval>
                    </a14:imgEffect>
                    <a14:imgEffect>
                      <a14:brightnessContrast bright="40000" contrast="40000"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00" t="14448" r="12653" b="13509"/>
          <a:stretch>
            <a:fillRect/>
          </a:stretch>
        </p:blipFill>
        <p:spPr>
          <a:xfrm rot="321821">
            <a:off x="8206740" y="-2151380"/>
            <a:ext cx="8543290" cy="8323580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6764" y="6588087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6764" y="6588087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04D730F-6338-46F1-958D-BF9D560E37D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0FE7D3-6373-4BB1-8896-75ADC101CC0F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6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A79E8E0-1A6B-4740-8481-A0325F90ADD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5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DFF2471-60CC-4C4F-83F9-7A78F59B988F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B47B1AD-96DE-4738-B476-17B13E9E58F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AB2EC56-0C3E-411B-B69F-DF9A37A7A715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1F1FC73-0583-4EB7-BED7-201D6D9B2F10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灯片编号占位符 6"/>
          <p:cNvSpPr txBox="1"/>
          <p:nvPr userDrawn="1"/>
        </p:nvSpPr>
        <p:spPr>
          <a:xfrm>
            <a:off x="11656764" y="6493220"/>
            <a:ext cx="535236" cy="2699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000"/>
          <a:stretch>
            <a:fillRect/>
          </a:stretch>
        </p:blipFill>
        <p:spPr>
          <a:xfrm>
            <a:off x="11159755" y="36245"/>
            <a:ext cx="908953" cy="934344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0" y="864000"/>
            <a:ext cx="8279130" cy="0"/>
            <a:chOff x="0" y="1642"/>
            <a:chExt cx="13038" cy="0"/>
          </a:xfrm>
        </p:grpSpPr>
        <p:cxnSp>
          <p:nvCxnSpPr>
            <p:cNvPr id="2" name="直接连接符 1"/>
            <p:cNvCxnSpPr/>
            <p:nvPr userDrawn="1"/>
          </p:nvCxnSpPr>
          <p:spPr bwMode="auto">
            <a:xfrm>
              <a:off x="0" y="1642"/>
              <a:ext cx="13039" cy="0"/>
            </a:xfrm>
            <a:prstGeom prst="line">
              <a:avLst/>
            </a:prstGeom>
            <a:noFill/>
            <a:ln w="28575" cap="flat" cmpd="sng" algn="ctr">
              <a:solidFill>
                <a:srgbClr val="7D1E2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 userDrawn="1"/>
          </p:nvCxnSpPr>
          <p:spPr bwMode="auto">
            <a:xfrm>
              <a:off x="0" y="1642"/>
              <a:ext cx="7257" cy="0"/>
            </a:xfrm>
            <a:prstGeom prst="line">
              <a:avLst/>
            </a:prstGeom>
            <a:noFill/>
            <a:ln w="76200" cap="flat" cmpd="sng" algn="ctr">
              <a:solidFill>
                <a:srgbClr val="7D1E2E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" name="Rectangle 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24221" y="6524099"/>
            <a:ext cx="527049" cy="401637"/>
          </a:xfrm>
        </p:spPr>
        <p:txBody>
          <a:bodyPr/>
          <a:lstStyle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8562223F-EAE4-4709-90BF-19CB3D12D353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864000"/>
            <a:ext cx="8279130" cy="0"/>
            <a:chOff x="0" y="1642"/>
            <a:chExt cx="13038" cy="0"/>
          </a:xfrm>
        </p:grpSpPr>
        <p:cxnSp>
          <p:nvCxnSpPr>
            <p:cNvPr id="2" name="直接连接符 1"/>
            <p:cNvCxnSpPr/>
            <p:nvPr userDrawn="1"/>
          </p:nvCxnSpPr>
          <p:spPr bwMode="auto">
            <a:xfrm>
              <a:off x="0" y="1642"/>
              <a:ext cx="13039" cy="0"/>
            </a:xfrm>
            <a:prstGeom prst="line">
              <a:avLst/>
            </a:prstGeom>
            <a:noFill/>
            <a:ln w="28575" cap="flat" cmpd="sng" algn="ctr">
              <a:solidFill>
                <a:srgbClr val="7D1E2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 userDrawn="1"/>
          </p:nvCxnSpPr>
          <p:spPr bwMode="auto">
            <a:xfrm>
              <a:off x="0" y="1642"/>
              <a:ext cx="7257" cy="0"/>
            </a:xfrm>
            <a:prstGeom prst="line">
              <a:avLst/>
            </a:prstGeom>
            <a:noFill/>
            <a:ln w="76200" cap="flat" cmpd="sng" algn="ctr">
              <a:solidFill>
                <a:srgbClr val="7D1E2E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000"/>
          <a:stretch>
            <a:fillRect/>
          </a:stretch>
        </p:blipFill>
        <p:spPr>
          <a:xfrm>
            <a:off x="11424000" y="45000"/>
            <a:ext cx="696000" cy="698076"/>
          </a:xfrm>
          <a:prstGeom prst="rect">
            <a:avLst/>
          </a:prstGeom>
        </p:spPr>
      </p:pic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772000" y="6492875"/>
            <a:ext cx="569177" cy="365125"/>
          </a:xfrm>
        </p:spPr>
        <p:txBody>
          <a:bodyPr/>
          <a:lstStyle>
            <a:lvl1pPr>
              <a:defRPr sz="1400">
                <a:ea typeface="微软雅黑" panose="020B0503020204020204" charset="-122"/>
              </a:defRPr>
            </a:lvl1pPr>
          </a:lstStyle>
          <a:p>
            <a:fld id="{75112C01-BD07-451A-97DF-24AD4E6839F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180000" y="0"/>
            <a:ext cx="8280400" cy="864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40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F42D-3C2B-435D-87A0-2DCCF789AFB5}" type="datetime1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1F791-D378-4982-92DB-B9DA87EEFF1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56"/>
          <p:cNvSpPr/>
          <p:nvPr userDrawn="1"/>
        </p:nvSpPr>
        <p:spPr>
          <a:xfrm>
            <a:off x="-9525" y="122238"/>
            <a:ext cx="560388" cy="700087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B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4" name="直接连接符 86"/>
          <p:cNvCxnSpPr/>
          <p:nvPr userDrawn="1"/>
        </p:nvCxnSpPr>
        <p:spPr>
          <a:xfrm>
            <a:off x="442913" y="82232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12145963" y="336550"/>
            <a:ext cx="46037" cy="265113"/>
          </a:xfrm>
          <a:prstGeom prst="rect">
            <a:avLst/>
          </a:prstGeom>
          <a:solidFill>
            <a:srgbClr val="9605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6" name="任意多边形: 形状 57"/>
          <p:cNvSpPr/>
          <p:nvPr userDrawn="1"/>
        </p:nvSpPr>
        <p:spPr>
          <a:xfrm>
            <a:off x="417513" y="379413"/>
            <a:ext cx="96837" cy="222250"/>
          </a:xfrm>
          <a:custGeom>
            <a:avLst/>
            <a:gdLst>
              <a:gd name="connsiteX0" fmla="*/ 144879 w 185359"/>
              <a:gd name="connsiteY0" fmla="*/ 0 h 699303"/>
              <a:gd name="connsiteX1" fmla="*/ 185359 w 185359"/>
              <a:gd name="connsiteY1" fmla="*/ 0 h 699303"/>
              <a:gd name="connsiteX2" fmla="*/ 40480 w 185359"/>
              <a:gd name="connsiteY2" fmla="*/ 699303 h 699303"/>
              <a:gd name="connsiteX3" fmla="*/ 0 w 185359"/>
              <a:gd name="connsiteY3" fmla="*/ 699303 h 699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59" h="699303">
                <a:moveTo>
                  <a:pt x="144879" y="0"/>
                </a:moveTo>
                <a:lnTo>
                  <a:pt x="185359" y="0"/>
                </a:lnTo>
                <a:lnTo>
                  <a:pt x="40480" y="699303"/>
                </a:lnTo>
                <a:lnTo>
                  <a:pt x="0" y="699303"/>
                </a:lnTo>
                <a:close/>
              </a:path>
            </a:pathLst>
          </a:custGeom>
          <a:solidFill>
            <a:schemeClr val="accent4"/>
          </a:solidFill>
          <a:ln w="38100">
            <a:solidFill>
              <a:srgbClr val="7806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64953" y="6456364"/>
            <a:ext cx="527049" cy="4016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2223F-EAE4-4709-90BF-19CB3D12D353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2223F-EAE4-4709-90BF-19CB3D12D353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0"/>
          <p:cNvSpPr>
            <a:spLocks noChangeArrowheads="1"/>
          </p:cNvSpPr>
          <p:nvPr userDrawn="1"/>
        </p:nvSpPr>
        <p:spPr bwMode="auto">
          <a:xfrm rot="5400000">
            <a:off x="172027" y="-188697"/>
            <a:ext cx="769937" cy="1147329"/>
          </a:xfrm>
          <a:prstGeom prst="flowChartManualInput">
            <a:avLst/>
          </a:prstGeom>
          <a:solidFill>
            <a:srgbClr val="C00000"/>
          </a:solidFill>
          <a:ln w="9525">
            <a:noFill/>
            <a:miter lim="800000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none" anchor="ctr"/>
          <a:lstStyle/>
          <a:p>
            <a:pPr>
              <a:defRPr/>
            </a:pPr>
            <a:endParaRPr lang="zh-CN" altLang="en-US" sz="1350" dirty="0">
              <a:solidFill>
                <a:srgbClr val="0099CC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  <p:cxnSp>
        <p:nvCxnSpPr>
          <p:cNvPr id="5" name="直接连接符 12"/>
          <p:cNvCxnSpPr/>
          <p:nvPr userDrawn="1"/>
        </p:nvCxnSpPr>
        <p:spPr>
          <a:xfrm>
            <a:off x="1055688" y="758921"/>
            <a:ext cx="10987087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0" cstate="screen">
            <a:biLevel thresh="25000"/>
          </a:blip>
          <a:srcRect/>
          <a:stretch>
            <a:fillRect/>
          </a:stretch>
        </p:blipFill>
        <p:spPr>
          <a:xfrm>
            <a:off x="101648" y="109571"/>
            <a:ext cx="756458" cy="550794"/>
          </a:xfrm>
          <a:prstGeom prst="rect">
            <a:avLst/>
          </a:prstGeom>
        </p:spPr>
      </p:pic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656764" y="6588087"/>
            <a:ext cx="535236" cy="269913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5143A64C-4748-49B6-9356-B4EA493437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5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ornell.edu/courses/cs711/2005fa/papers/andersen-thesis94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cs.cornell.edu/courses/cs711/2005fa/papers/andersen-thesis94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cs.cornell.edu/courses/cs711/2005fa/papers/andersen-thesis94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cs.cornell.edu/courses/cs711/2005fa/papers/andersen-thesis94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openxmlformats.org/officeDocument/2006/relationships/image" Target="../media/image41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37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3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1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54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3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59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3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65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66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7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66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66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66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69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66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71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70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73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72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74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72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74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72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75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74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72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76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74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72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76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74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77.png"/><Relationship Id="rId2" Type="http://schemas.openxmlformats.org/officeDocument/2006/relationships/notesSlide" Target="../notesSlides/notesSlide47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72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76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18" Type="http://schemas.openxmlformats.org/officeDocument/2006/relationships/image" Target="../media/image47.png"/><Relationship Id="rId26" Type="http://schemas.openxmlformats.org/officeDocument/2006/relationships/image" Target="../media/image74.png"/><Relationship Id="rId3" Type="http://schemas.openxmlformats.org/officeDocument/2006/relationships/image" Target="../media/image50.png"/><Relationship Id="rId21" Type="http://schemas.openxmlformats.org/officeDocument/2006/relationships/image" Target="../media/image6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6.png"/><Relationship Id="rId25" Type="http://schemas.openxmlformats.org/officeDocument/2006/relationships/image" Target="../media/image78.png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58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72.png"/><Relationship Id="rId5" Type="http://schemas.openxmlformats.org/officeDocument/2006/relationships/image" Target="../media/image38.png"/><Relationship Id="rId15" Type="http://schemas.openxmlformats.org/officeDocument/2006/relationships/image" Target="../media/image57.png"/><Relationship Id="rId23" Type="http://schemas.openxmlformats.org/officeDocument/2006/relationships/image" Target="../media/image76.png"/><Relationship Id="rId10" Type="http://schemas.openxmlformats.org/officeDocument/2006/relationships/image" Target="../media/image43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4.png"/><Relationship Id="rId5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13" Type="http://schemas.openxmlformats.org/officeDocument/2006/relationships/image" Target="../media/image89.png"/><Relationship Id="rId3" Type="http://schemas.openxmlformats.org/officeDocument/2006/relationships/image" Target="../media/image790.png"/><Relationship Id="rId7" Type="http://schemas.openxmlformats.org/officeDocument/2006/relationships/image" Target="../media/image830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20.png"/><Relationship Id="rId11" Type="http://schemas.openxmlformats.org/officeDocument/2006/relationships/image" Target="../media/image87.png"/><Relationship Id="rId5" Type="http://schemas.openxmlformats.org/officeDocument/2006/relationships/image" Target="../media/image810.png"/><Relationship Id="rId10" Type="http://schemas.openxmlformats.org/officeDocument/2006/relationships/image" Target="../media/image86.png"/><Relationship Id="rId4" Type="http://schemas.openxmlformats.org/officeDocument/2006/relationships/image" Target="../media/image80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3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2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1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0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57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2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2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3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31" Type="http://schemas.openxmlformats.org/officeDocument/2006/relationships/image" Target="../media/image124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2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4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32" Type="http://schemas.openxmlformats.org/officeDocument/2006/relationships/image" Target="../media/image126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31" Type="http://schemas.openxmlformats.org/officeDocument/2006/relationships/image" Target="../media/image125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2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5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32" Type="http://schemas.openxmlformats.org/officeDocument/2006/relationships/image" Target="../media/image12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31" Type="http://schemas.openxmlformats.org/officeDocument/2006/relationships/image" Target="../media/image125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23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32" Type="http://schemas.openxmlformats.org/officeDocument/2006/relationships/image" Target="../media/image12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31" Type="http://schemas.openxmlformats.org/officeDocument/2006/relationships/image" Target="../media/image125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23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7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32" Type="http://schemas.openxmlformats.org/officeDocument/2006/relationships/image" Target="../media/image12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31" Type="http://schemas.openxmlformats.org/officeDocument/2006/relationships/image" Target="../media/image125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2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9.png"/><Relationship Id="rId3" Type="http://schemas.openxmlformats.org/officeDocument/2006/relationships/image" Target="../media/image91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68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24" Type="http://schemas.openxmlformats.org/officeDocument/2006/relationships/image" Target="../media/image117.png"/><Relationship Id="rId32" Type="http://schemas.openxmlformats.org/officeDocument/2006/relationships/image" Target="../media/image127.png"/><Relationship Id="rId5" Type="http://schemas.openxmlformats.org/officeDocument/2006/relationships/image" Target="../media/image93.png"/><Relationship Id="rId15" Type="http://schemas.openxmlformats.org/officeDocument/2006/relationships/image" Target="../media/image50.png"/><Relationship Id="rId23" Type="http://schemas.openxmlformats.org/officeDocument/2006/relationships/image" Target="../media/image116.png"/><Relationship Id="rId28" Type="http://schemas.openxmlformats.org/officeDocument/2006/relationships/image" Target="../media/image11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31" Type="http://schemas.openxmlformats.org/officeDocument/2006/relationships/image" Target="../media/image125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2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TSAC2025/SVF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classroom.github.com/a/1QhOArv5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4" descr="刘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797" y="4319711"/>
            <a:ext cx="12212637" cy="2552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badi" panose="020B0604020104020204" pitchFamily="34" charset="0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badi" panose="020B0604020104020204" pitchFamily="34" charset="0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" y="60960"/>
            <a:ext cx="1275715" cy="1268730"/>
          </a:xfrm>
          <a:prstGeom prst="rect">
            <a:avLst/>
          </a:prstGeom>
        </p:spPr>
      </p:pic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0" y="1893963"/>
            <a:ext cx="12191840" cy="1027204"/>
          </a:xfrm>
          <a:prstGeom prst="rect">
            <a:avLst/>
          </a:prstGeom>
          <a:noFill/>
          <a:effectLst>
            <a:innerShdw blurRad="63500" dist="17526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-150" normalizeH="0" baseline="0" dirty="0">
                <a:gradFill>
                  <a:gsLst>
                    <a:gs pos="0">
                      <a:srgbClr val="7D1E2E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zh-CN" altLang="en-US" sz="4800" b="1" kern="0" spc="-150" dirty="0">
                <a:gradFill>
                  <a:gsLst>
                    <a:gs pos="0">
                      <a:srgbClr val="7D1E2E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五</a:t>
            </a:r>
            <a:r>
              <a:rPr kumimoji="0" lang="zh-CN" altLang="en-US" sz="4800" b="1" i="0" u="none" strike="noStrike" kern="0" cap="none" spc="-150" normalizeH="0" baseline="0" dirty="0">
                <a:gradFill>
                  <a:gsLst>
                    <a:gs pos="0">
                      <a:srgbClr val="7D1E2E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节：集合约束法与域敏感指针分析</a:t>
            </a:r>
            <a:endParaRPr kumimoji="0" lang="en-US" altLang="zh-CN" sz="6600" b="1" i="0" u="none" strike="noStrike" kern="0" cap="none" spc="-150" normalizeH="0" baseline="0" dirty="0">
              <a:gradFill>
                <a:gsLst>
                  <a:gs pos="0">
                    <a:srgbClr val="7D1E2E"/>
                  </a:gs>
                  <a:gs pos="100000">
                    <a:srgbClr val="0070C0"/>
                  </a:gs>
                </a:gsLst>
                <a:lin ang="2700000"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21519534-43CA-DD6D-87AB-0D7F54D2FB4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030788" y="3214036"/>
            <a:ext cx="2416628" cy="600164"/>
          </a:xfrm>
          <a:prstGeom prst="rect">
            <a:avLst/>
          </a:prstGeom>
          <a:noFill/>
          <a:effectLst>
            <a:innerShdw blurRad="63500" dist="17526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-150" normalizeH="0" baseline="0" dirty="0">
                <a:gradFill>
                  <a:gsLst>
                    <a:gs pos="0">
                      <a:srgbClr val="7D1E2E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授课人：雷宇翔</a:t>
            </a:r>
            <a:endParaRPr kumimoji="0" lang="en-US" altLang="zh-CN" sz="3600" b="1" i="0" u="none" strike="noStrike" kern="0" cap="none" spc="-150" normalizeH="0" baseline="0" dirty="0">
              <a:gradFill>
                <a:gsLst>
                  <a:gs pos="0">
                    <a:srgbClr val="7D1E2E"/>
                  </a:gs>
                  <a:gs pos="100000">
                    <a:srgbClr val="0070C0"/>
                  </a:gs>
                </a:gsLst>
                <a:lin ang="2700000" scaled="0"/>
              </a:gra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7C0B-1032-DCC2-7F17-ACCECD05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041B23-7034-BB02-1A66-0C4ABB9A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A6F60F53-CD79-55E2-4D9A-54E22BAC1522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上节回顾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B1E7DC-DBC5-CACF-588D-69679360ABEE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四种基本指令：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1D41140-459B-F0E8-C307-22C063DF4B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7649816"/>
                  </p:ext>
                </p:extLst>
              </p:nvPr>
            </p:nvGraphicFramePr>
            <p:xfrm>
              <a:off x="2411185" y="1432883"/>
              <a:ext cx="7369629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20389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90315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446083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1D41140-459B-F0E8-C307-22C063DF4B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7649816"/>
                  </p:ext>
                </p:extLst>
              </p:nvPr>
            </p:nvGraphicFramePr>
            <p:xfrm>
              <a:off x="2411185" y="1432883"/>
              <a:ext cx="7369629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20389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90315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446083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85714" r="-844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185714" r="-844" b="-2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285714" r="-844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385714" r="-844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7615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F29-614C-2087-09D2-5371677EF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5AC28C-B4EA-4028-032C-0F17A0AC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8F2B0AB9-8D39-7BAC-CAC5-A7766E45296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本节内容</a:t>
            </a:r>
            <a:endParaRPr lang="zh-CN" altLang="en-US" sz="4000" dirty="0">
              <a:solidFill>
                <a:srgbClr val="992D23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768AB8-8880-53FB-968C-9EDBC553AD86}"/>
              </a:ext>
            </a:extLst>
          </p:cNvPr>
          <p:cNvSpPr txBox="1"/>
          <p:nvPr/>
        </p:nvSpPr>
        <p:spPr>
          <a:xfrm>
            <a:off x="1371600" y="2075579"/>
            <a:ext cx="9448800" cy="1172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了解域敏感指针分析</a:t>
            </a:r>
            <a:endParaRPr lang="en-US" altLang="zh-CN" sz="24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2D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掌握集合约束法指针分析</a:t>
            </a:r>
            <a:endParaRPr lang="en-US" altLang="zh-C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431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E330-A4C1-BE70-260A-E0062AEE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8525A0-9042-3003-1B71-E71F0792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98161157-48A0-05F1-E11D-90BDE89BCC4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域敏感指针分析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B6CDBF-ABB6-F0DE-46B9-65E048CABB54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域访问指令：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D49722-224C-AA30-3EAD-A90AC778FD89}"/>
              </a:ext>
            </a:extLst>
          </p:cNvPr>
          <p:cNvSpPr txBox="1">
            <a:spLocks/>
          </p:cNvSpPr>
          <p:nvPr/>
        </p:nvSpPr>
        <p:spPr>
          <a:xfrm>
            <a:off x="711611" y="1630189"/>
            <a:ext cx="2361521" cy="341215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S{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f1;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f2;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};</a:t>
            </a:r>
          </a:p>
          <a:p>
            <a:pPr>
              <a:lnSpc>
                <a:spcPts val="2000"/>
              </a:lnSpc>
            </a:pPr>
            <a:endParaRPr lang="en-US" altLang="zh-CN" sz="16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main(){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S 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a1, a2;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s.f1 = &amp;a1;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s.f2 = &amp;a2;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p = s.f1;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6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q = s.f2;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1B21B2-5143-1D43-954A-890749526D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96315" y="1501757"/>
            <a:ext cx="6981181" cy="354058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%s = </a:t>
            </a:r>
            <a:r>
              <a:rPr lang="en-US" altLang="zh-CN" sz="14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4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4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%a2 = </a:t>
            </a:r>
            <a:r>
              <a:rPr lang="en-US" altLang="zh-CN" sz="14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4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%f1 = </a:t>
            </a:r>
            <a:r>
              <a:rPr lang="en-US" altLang="zh-CN" sz="14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%f1, align 8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%f2 = </a:t>
            </a:r>
            <a:r>
              <a:rPr lang="en-US" altLang="zh-CN" sz="14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1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%a2,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%f2, align 8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%f11 = </a:t>
            </a:r>
            <a:r>
              <a:rPr lang="en-US" altLang="zh-CN" sz="14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4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%f11, align 8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%f22 = </a:t>
            </a:r>
            <a:r>
              <a:rPr lang="en-US" altLang="zh-CN" sz="14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1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4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%f22, align 8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931E3086-94EE-8A1D-46FF-A41EC0967E38}"/>
              </a:ext>
            </a:extLst>
          </p:cNvPr>
          <p:cNvSpPr/>
          <p:nvPr/>
        </p:nvSpPr>
        <p:spPr>
          <a:xfrm>
            <a:off x="3259921" y="3314156"/>
            <a:ext cx="1050005" cy="229687"/>
          </a:xfrm>
          <a:prstGeom prst="rightArrow">
            <a:avLst>
              <a:gd name="adj1" fmla="val 50000"/>
              <a:gd name="adj2" fmla="val 10098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AB8E43-FD4F-7680-12D3-0BE2BB38D732}"/>
              </a:ext>
            </a:extLst>
          </p:cNvPr>
          <p:cNvSpPr txBox="1"/>
          <p:nvPr/>
        </p:nvSpPr>
        <p:spPr>
          <a:xfrm>
            <a:off x="1130988" y="4952247"/>
            <a:ext cx="112154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example.c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6696FD-6A9B-CB48-334B-DB8DA23FA209}"/>
              </a:ext>
            </a:extLst>
          </p:cNvPr>
          <p:cNvSpPr txBox="1"/>
          <p:nvPr/>
        </p:nvSpPr>
        <p:spPr>
          <a:xfrm>
            <a:off x="7342869" y="4979335"/>
            <a:ext cx="128866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0BDD8D6-C45B-01EF-5C6B-07D92D15159D}"/>
              </a:ext>
            </a:extLst>
          </p:cNvPr>
          <p:cNvSpPr/>
          <p:nvPr/>
        </p:nvSpPr>
        <p:spPr>
          <a:xfrm>
            <a:off x="975359" y="4197532"/>
            <a:ext cx="2020389" cy="55734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5F105F6-0734-4276-14F3-400B91FAB05B}"/>
              </a:ext>
            </a:extLst>
          </p:cNvPr>
          <p:cNvSpPr/>
          <p:nvPr/>
        </p:nvSpPr>
        <p:spPr>
          <a:xfrm>
            <a:off x="5442857" y="2708368"/>
            <a:ext cx="1546500" cy="22642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4EF75-4E97-982E-16A8-8045C2C808F5}"/>
              </a:ext>
            </a:extLst>
          </p:cNvPr>
          <p:cNvSpPr txBox="1"/>
          <p:nvPr/>
        </p:nvSpPr>
        <p:spPr>
          <a:xfrm>
            <a:off x="2977337" y="4305916"/>
            <a:ext cx="1707873" cy="646331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6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and q point to the same value?</a:t>
            </a:r>
            <a:endParaRPr lang="zh-CN" altLang="en-US" dirty="0">
              <a:solidFill>
                <a:srgbClr val="0026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927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D4462-F8D2-4EE8-8872-7102B791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DAF3C8-2165-6A35-AFAC-3C531DF8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27DC4685-0C1B-41AC-CB13-23F23E0EE52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域敏感指针分析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00796B-A059-96B2-1879-A7E18DF552ED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域不敏感（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field-insensitive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）分析：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41FB4B2-9E61-25C9-0A94-108AC45232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9248" y="1500318"/>
            <a:ext cx="10900593" cy="3944454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96E432AE-9CBE-9933-13FF-0BE58D52BD84}"/>
              </a:ext>
            </a:extLst>
          </p:cNvPr>
          <p:cNvSpPr/>
          <p:nvPr/>
        </p:nvSpPr>
        <p:spPr>
          <a:xfrm>
            <a:off x="2190196" y="2282636"/>
            <a:ext cx="487670" cy="4876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%0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B11F81B-3EC9-EB31-2001-DB4DC5437F87}"/>
              </a:ext>
            </a:extLst>
          </p:cNvPr>
          <p:cNvSpPr/>
          <p:nvPr/>
        </p:nvSpPr>
        <p:spPr>
          <a:xfrm>
            <a:off x="3753387" y="2282636"/>
            <a:ext cx="487670" cy="4876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05D23E6-63FA-D003-9BF4-E2365164E4EC}"/>
              </a:ext>
            </a:extLst>
          </p:cNvPr>
          <p:cNvSpPr/>
          <p:nvPr/>
        </p:nvSpPr>
        <p:spPr>
          <a:xfrm>
            <a:off x="5281831" y="2282636"/>
            <a:ext cx="487670" cy="4876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%1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39B8F60-B76E-6D78-FA68-E13490AC067C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4241057" y="2526471"/>
            <a:ext cx="10407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E49F3C6-8CCE-8057-CF1A-9E8B402B0844}"/>
              </a:ext>
            </a:extLst>
          </p:cNvPr>
          <p:cNvSpPr txBox="1"/>
          <p:nvPr/>
        </p:nvSpPr>
        <p:spPr>
          <a:xfrm>
            <a:off x="4178814" y="2090596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D8168E2-9E00-83B4-C575-B9AA63EEE593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2677866" y="2526471"/>
            <a:ext cx="107552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FE75FDF-730E-FB19-C604-F5BFDE782E66}"/>
              </a:ext>
            </a:extLst>
          </p:cNvPr>
          <p:cNvSpPr txBox="1"/>
          <p:nvPr/>
        </p:nvSpPr>
        <p:spPr>
          <a:xfrm>
            <a:off x="2752648" y="2090596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342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30D2-6EF0-361A-7100-46A37B2D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2D0222-263C-F255-208E-548602BB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B9BEB2E7-AE22-0083-BBDE-6E9CA0F5C18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域敏感指针分析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1962B2-560F-A0FD-C1BC-C0974CD62D79}"/>
              </a:ext>
            </a:extLst>
          </p:cNvPr>
          <p:cNvSpPr txBox="1"/>
          <p:nvPr/>
        </p:nvSpPr>
        <p:spPr>
          <a:xfrm>
            <a:off x="511661" y="935031"/>
            <a:ext cx="3973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域敏感（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field-sensitive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）分析：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E1EC662-10B2-1B30-FA33-763960D8CC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9248" y="1500318"/>
            <a:ext cx="10900593" cy="3944454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9F12B050-4397-9F28-0AC4-40BFDC8FB8D6}"/>
              </a:ext>
            </a:extLst>
          </p:cNvPr>
          <p:cNvSpPr/>
          <p:nvPr/>
        </p:nvSpPr>
        <p:spPr>
          <a:xfrm>
            <a:off x="2214076" y="2219426"/>
            <a:ext cx="614090" cy="6140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%f11</a:t>
            </a:r>
            <a:endParaRPr lang="zh-CN" alt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3A9F45A-917D-FD24-045D-DE4BF99AA694}"/>
              </a:ext>
            </a:extLst>
          </p:cNvPr>
          <p:cNvSpPr/>
          <p:nvPr/>
        </p:nvSpPr>
        <p:spPr>
          <a:xfrm>
            <a:off x="3753387" y="2282636"/>
            <a:ext cx="487670" cy="4876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3FB21C4-061C-8A50-78E0-4C340340064A}"/>
              </a:ext>
            </a:extLst>
          </p:cNvPr>
          <p:cNvSpPr/>
          <p:nvPr/>
        </p:nvSpPr>
        <p:spPr>
          <a:xfrm>
            <a:off x="5131531" y="2219426"/>
            <a:ext cx="614090" cy="6140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%f12</a:t>
            </a:r>
            <a:endParaRPr lang="zh-CN" alt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942784B-9C88-F13D-E380-02B224B1CA25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4241057" y="2526471"/>
            <a:ext cx="890474" cy="0"/>
          </a:xfrm>
          <a:prstGeom prst="straightConnector1">
            <a:avLst/>
          </a:prstGeom>
          <a:ln w="19050">
            <a:solidFill>
              <a:srgbClr val="C047A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1B16CD9-11E9-8993-BF9D-628EBFFF1D9A}"/>
              </a:ext>
            </a:extLst>
          </p:cNvPr>
          <p:cNvSpPr txBox="1"/>
          <p:nvPr/>
        </p:nvSpPr>
        <p:spPr>
          <a:xfrm>
            <a:off x="4282368" y="2135124"/>
            <a:ext cx="849163" cy="372859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C047A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Gep,1</a:t>
            </a:r>
            <a:endParaRPr lang="zh-CN" altLang="en-US" sz="1600" dirty="0">
              <a:solidFill>
                <a:srgbClr val="C047A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6F7EEC5-9F83-DAAC-8E1F-7A90C8E37FCB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2828166" y="2526471"/>
            <a:ext cx="925221" cy="0"/>
          </a:xfrm>
          <a:prstGeom prst="straightConnector1">
            <a:avLst/>
          </a:prstGeom>
          <a:ln w="19050">
            <a:solidFill>
              <a:srgbClr val="C047A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BDB032A-6BAD-130A-700B-C87ECD069DB3}"/>
              </a:ext>
            </a:extLst>
          </p:cNvPr>
          <p:cNvSpPr txBox="1"/>
          <p:nvPr/>
        </p:nvSpPr>
        <p:spPr>
          <a:xfrm>
            <a:off x="2869477" y="2123903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C047A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Gep,0</a:t>
            </a:r>
            <a:endParaRPr lang="zh-CN" altLang="en-US" sz="1600" dirty="0">
              <a:solidFill>
                <a:srgbClr val="C047A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1D2BFED-CD9B-F24F-29D9-6B9CE0B6E393}"/>
              </a:ext>
            </a:extLst>
          </p:cNvPr>
          <p:cNvSpPr/>
          <p:nvPr/>
        </p:nvSpPr>
        <p:spPr>
          <a:xfrm>
            <a:off x="932411" y="2282636"/>
            <a:ext cx="487670" cy="4876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%0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C2663F2-C169-7F8B-BDF9-B7D148A7D12F}"/>
              </a:ext>
            </a:extLst>
          </p:cNvPr>
          <p:cNvCxnSpPr>
            <a:cxnSpLocks/>
            <a:stCxn id="22" idx="2"/>
            <a:endCxn id="5" idx="6"/>
          </p:cNvCxnSpPr>
          <p:nvPr/>
        </p:nvCxnSpPr>
        <p:spPr>
          <a:xfrm flipH="1">
            <a:off x="1420081" y="2526471"/>
            <a:ext cx="79399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3E03042-EF16-5FFE-14AB-C0DC2B1F9AB0}"/>
              </a:ext>
            </a:extLst>
          </p:cNvPr>
          <p:cNvSpPr txBox="1"/>
          <p:nvPr/>
        </p:nvSpPr>
        <p:spPr>
          <a:xfrm>
            <a:off x="1472351" y="2123903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86C5731-6CF6-1B5D-989C-0794E642E9BE}"/>
              </a:ext>
            </a:extLst>
          </p:cNvPr>
          <p:cNvSpPr/>
          <p:nvPr/>
        </p:nvSpPr>
        <p:spPr>
          <a:xfrm>
            <a:off x="6544918" y="2282636"/>
            <a:ext cx="487670" cy="4876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%1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B18B8CC-C046-886A-FDAA-D005976A54A4}"/>
              </a:ext>
            </a:extLst>
          </p:cNvPr>
          <p:cNvCxnSpPr>
            <a:cxnSpLocks/>
            <a:stCxn id="24" idx="6"/>
            <a:endCxn id="10" idx="2"/>
          </p:cNvCxnSpPr>
          <p:nvPr/>
        </p:nvCxnSpPr>
        <p:spPr>
          <a:xfrm>
            <a:off x="5745621" y="2526471"/>
            <a:ext cx="79929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EC7BBBA-6C64-BF94-D00F-F16D2D391828}"/>
              </a:ext>
            </a:extLst>
          </p:cNvPr>
          <p:cNvSpPr txBox="1"/>
          <p:nvPr/>
        </p:nvSpPr>
        <p:spPr>
          <a:xfrm>
            <a:off x="5667380" y="2135124"/>
            <a:ext cx="849163" cy="372859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</a:t>
            </a:r>
            <a:endParaRPr lang="zh-CN" alt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091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FF4C-8A51-5150-5278-0065DCB2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AE89548-B451-2CE1-7BE1-E237DA6FFC8F}"/>
              </a:ext>
            </a:extLst>
          </p:cNvPr>
          <p:cNvSpPr/>
          <p:nvPr/>
        </p:nvSpPr>
        <p:spPr>
          <a:xfrm>
            <a:off x="2411184" y="3643062"/>
            <a:ext cx="7369629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45FD2D-84BE-DC5D-E457-88F987C3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C6FD121B-6153-442A-84EA-2ABDCDB36FFA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域敏感指针分析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B3EA36-11F3-7B3B-696E-DC654AD60B3F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域访问指令：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F5BFE8F-C697-B4C0-D0F7-D3E29F21FD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9056087"/>
                  </p:ext>
                </p:extLst>
              </p:nvPr>
            </p:nvGraphicFramePr>
            <p:xfrm>
              <a:off x="2411185" y="1432883"/>
              <a:ext cx="7369629" cy="27129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20389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90315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446083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4889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4931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  <a:tr h="44532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&amp;p-&gt;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b="1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getelementptr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%p,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𝒆𝒑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𝒇𝒍𝒅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01178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F5BFE8F-C697-B4C0-D0F7-D3E29F21FD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9056087"/>
                  </p:ext>
                </p:extLst>
              </p:nvPr>
            </p:nvGraphicFramePr>
            <p:xfrm>
              <a:off x="2411185" y="1432883"/>
              <a:ext cx="7369629" cy="27129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20389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903157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446083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84615" r="-844" b="-39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189474" r="-844" b="-3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282051" r="-844" b="-1987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387013" r="-844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  <a:tr h="471361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&amp;p-&gt;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b="1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getelementptr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%p,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0549" t="-487013" r="-844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1178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3659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5792-DE49-3800-9F00-EF153561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5F6D92-9863-DDC9-3E35-7BBD14DF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DEDCCCE9-13BC-DE4A-038F-D696C089F02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C0985C-7412-DD58-7704-16C833B007B0}"/>
              </a:ext>
            </a:extLst>
          </p:cNvPr>
          <p:cNvSpPr txBox="1"/>
          <p:nvPr/>
        </p:nvSpPr>
        <p:spPr>
          <a:xfrm>
            <a:off x="570478" y="1109506"/>
            <a:ext cx="1096838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一种基于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集合约束（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set-constraint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的指针分析法，通常也称为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Andersen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分析法。</a:t>
            </a:r>
            <a:endParaRPr lang="en-US" altLang="zh-C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方法：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为每个指针分配一个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指针集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Points-To Set, 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PTS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），用于存放其在运行过程中可能指向的内存对象。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主要通过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程序赋值图（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或者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集合约束图（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Constraint Graph, </a:t>
            </a:r>
            <a:r>
              <a:rPr lang="en-US" altLang="zh-CN" sz="2000" b="1" dirty="0" err="1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ConsG</a:t>
            </a: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实现。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275C87-F36B-2DAB-47A0-12D735E6E79D}"/>
              </a:ext>
            </a:extLst>
          </p:cNvPr>
          <p:cNvSpPr txBox="1"/>
          <p:nvPr/>
        </p:nvSpPr>
        <p:spPr>
          <a:xfrm>
            <a:off x="1580622" y="5473524"/>
            <a:ext cx="8948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参考资料：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Andersen, L. O. (1994).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Program analysis and specialization for the C programming language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(Ph.D. thesis, University of </a:t>
            </a: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Cophenhagen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altLang="zh-CN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601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87A4-37E2-EBD1-BC8B-124A9E258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B09579-2E1B-B77F-779C-AC74BA70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D49072A0-2CFA-FEA9-E515-12BF3CBBFB57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EDD0511-10E5-2FBA-21F3-05BB7B69B25B}"/>
                  </a:ext>
                </a:extLst>
              </p:cNvPr>
              <p:cNvSpPr txBox="1"/>
              <p:nvPr/>
            </p:nvSpPr>
            <p:spPr>
              <a:xfrm>
                <a:off x="570478" y="1109506"/>
                <a:ext cx="10968380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一种基于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集合约束（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set-constraint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的指针分析法，通常也称为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Andersen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分析法。</a:t>
                </a:r>
                <a:endParaRPr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集合约束：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⊆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…</a:t>
                </a: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endParaRPr lang="en-US" altLang="zh-CN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方法：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为每个指针分配一个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指针集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（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Points-To Set, 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PTS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），用于存放其在运行过程中可能指向的内存对象。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主要通过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程序赋值图（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PAG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或者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集合约束图（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Constraint Graph, </a:t>
                </a:r>
                <a:r>
                  <a:rPr lang="en-US" altLang="zh-CN" sz="2000" b="1" dirty="0" err="1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ConsG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实现。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EDD0511-10E5-2FBA-21F3-05BB7B69B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78" y="1109506"/>
                <a:ext cx="10968380" cy="3016210"/>
              </a:xfrm>
              <a:prstGeom prst="rect">
                <a:avLst/>
              </a:prstGeom>
              <a:blipFill>
                <a:blip r:embed="rId3"/>
                <a:stretch>
                  <a:fillRect l="-611" t="-1212" b="-2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7A0B694F-F429-2891-FC8C-C245F5D4FF5A}"/>
              </a:ext>
            </a:extLst>
          </p:cNvPr>
          <p:cNvSpPr txBox="1"/>
          <p:nvPr/>
        </p:nvSpPr>
        <p:spPr>
          <a:xfrm>
            <a:off x="1580622" y="5473524"/>
            <a:ext cx="8948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参考资料：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Andersen, L. O. (1994).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Program analysis and specialization for the C programming language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(Ph.D. thesis, University of </a:t>
            </a: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Cophenhagen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altLang="zh-CN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21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656C-91E9-D5AA-EB05-559CB377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B85B3A-A0C5-5150-6A2C-32444730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D5C22AC7-78A6-CE97-BE0A-7FB151152CB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055B494-5558-48A9-B909-37B309D44308}"/>
                  </a:ext>
                </a:extLst>
              </p:cNvPr>
              <p:cNvSpPr txBox="1"/>
              <p:nvPr/>
            </p:nvSpPr>
            <p:spPr>
              <a:xfrm>
                <a:off x="570478" y="1109506"/>
                <a:ext cx="10968380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一种基于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集合约束（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set-constraint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的指针分析法，通常也称为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Andersen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分析法。</a:t>
                </a:r>
                <a:endParaRPr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集合约束：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⊆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…</a:t>
                </a: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endParaRPr lang="en-US" altLang="zh-CN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方法：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为每个指针分配一个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指针集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（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Points-To Set, 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PTS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），用于存放其在运行过程中可能指向的内存对象。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例如：</a:t>
                </a:r>
                <a:r>
                  <a:rPr lang="en-US" altLang="zh-C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 = &amp;a; q = p; </a:t>
                </a: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期望的指针集结果为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= 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主要通过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程序赋值图（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PAG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或者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集合约束图（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Constraint Graph, </a:t>
                </a:r>
                <a:r>
                  <a:rPr lang="en-US" altLang="zh-CN" sz="2000" b="1" dirty="0" err="1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ConsG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实现。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055B494-5558-48A9-B909-37B309D4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78" y="1109506"/>
                <a:ext cx="10968380" cy="3016210"/>
              </a:xfrm>
              <a:prstGeom prst="rect">
                <a:avLst/>
              </a:prstGeom>
              <a:blipFill>
                <a:blip r:embed="rId3"/>
                <a:stretch>
                  <a:fillRect l="-611" t="-1212" b="-2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1783EFFD-9287-FA3E-F2A8-051C45686FF6}"/>
              </a:ext>
            </a:extLst>
          </p:cNvPr>
          <p:cNvSpPr txBox="1"/>
          <p:nvPr/>
        </p:nvSpPr>
        <p:spPr>
          <a:xfrm>
            <a:off x="1580622" y="5473524"/>
            <a:ext cx="8948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参考资料：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Andersen, L. O. (1994).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Program analysis and specialization for the C programming language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(Ph.D. thesis, University of </a:t>
            </a: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Cophenhagen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altLang="zh-CN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9286-DEF3-621F-35BB-96CCD8810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7D32F7-AF9B-DE29-D39E-046099E2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11">
            <a:extLst>
              <a:ext uri="{FF2B5EF4-FFF2-40B4-BE49-F238E27FC236}">
                <a16:creationId xmlns:a16="http://schemas.microsoft.com/office/drawing/2014/main" id="{7CB567FC-8289-2539-6260-A21A439A7E9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7D2B5F6-463D-FCA7-84D8-78347F3FF1D8}"/>
                  </a:ext>
                </a:extLst>
              </p:cNvPr>
              <p:cNvSpPr txBox="1"/>
              <p:nvPr/>
            </p:nvSpPr>
            <p:spPr>
              <a:xfrm>
                <a:off x="570478" y="1109506"/>
                <a:ext cx="1096838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一种基于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集合约束（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set-constraint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的指针分析法，通常也称为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Andersen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分析法。</a:t>
                </a:r>
                <a:endParaRPr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集合约束：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⊆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…</a:t>
                </a: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endParaRPr lang="en-US" altLang="zh-CN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方法：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为每个指针分配一个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指针集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（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Points-To Set, 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PTS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），用于存放其在运行过程中可能指向的内存对象。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例如：</a:t>
                </a:r>
                <a:r>
                  <a:rPr lang="en-US" altLang="zh-C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 = &amp;a; q = p; </a:t>
                </a: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期望的指针集结果为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= 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主要通过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程序赋值图（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PAG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或者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集合约束图（</a:t>
                </a:r>
                <a:r>
                  <a:rPr lang="en-US" altLang="zh-CN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Constraint Graph, </a:t>
                </a:r>
                <a:r>
                  <a:rPr lang="en-US" altLang="zh-CN" sz="2000" b="1" dirty="0" err="1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ConsG</a:t>
                </a:r>
                <a:r>
                  <a:rPr lang="zh-CN" altLang="en-US" sz="2000" b="1" dirty="0">
                    <a:solidFill>
                      <a:srgbClr val="992D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实现。</a:t>
                </a:r>
                <a:endParaRPr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集合约束图：</a:t>
                </a:r>
                <a:r>
                  <a:rPr lang="en-US" altLang="zh-C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PAG</a:t>
                </a: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的进一步精简，只保留与集合约束相关的信息。</a:t>
                </a:r>
                <a:endPara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ts val="24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每个</a:t>
                </a:r>
                <a:r>
                  <a:rPr lang="zh-CN" altLang="en-US" b="1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点</a:t>
                </a: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表示一个</a:t>
                </a:r>
                <a:r>
                  <a:rPr lang="zh-CN" altLang="en-US" b="1" dirty="0">
                    <a:solidFill>
                      <a:srgbClr val="992D23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指针</a:t>
                </a: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或者</a:t>
                </a:r>
                <a:r>
                  <a:rPr lang="zh-CN" altLang="en-US" b="1" dirty="0">
                    <a:solidFill>
                      <a:srgbClr val="992D23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内存对象</a:t>
                </a: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，每个</a:t>
                </a:r>
                <a:r>
                  <a:rPr lang="zh-CN" altLang="en-US" b="1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边</a:t>
                </a: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表示一种和</a:t>
                </a:r>
                <a:r>
                  <a:rPr lang="zh-CN" altLang="en-US" b="1" dirty="0">
                    <a:solidFill>
                      <a:srgbClr val="992D23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指针操作</a:t>
                </a:r>
                <a:r>
                  <a:rPr lang="zh-CN" altLang="en-US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相关的指令</a:t>
                </a:r>
                <a:r>
                  <a:rPr lang="zh-CN" altLang="en-US" sz="2000" dirty="0">
                    <a:latin typeface="Calibri" panose="020F0502020204030204" pitchFamily="34" charset="0"/>
                    <a:ea typeface="微软雅黑 Light" panose="020B0502040204020203" pitchFamily="34" charset="-122"/>
                    <a:cs typeface="Calibri" panose="020F0502020204030204" pitchFamily="34" charset="0"/>
                  </a:rPr>
                  <a:t>。</a:t>
                </a:r>
                <a:endParaRPr lang="en-US" altLang="zh-C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7D2B5F6-463D-FCA7-84D8-78347F3FF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78" y="1109506"/>
                <a:ext cx="10968380" cy="3785652"/>
              </a:xfrm>
              <a:prstGeom prst="rect">
                <a:avLst/>
              </a:prstGeom>
              <a:blipFill>
                <a:blip r:embed="rId3"/>
                <a:stretch>
                  <a:fillRect l="-611" t="-966" b="-17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C9034352-FCA6-4991-388C-38A336D91E6F}"/>
              </a:ext>
            </a:extLst>
          </p:cNvPr>
          <p:cNvSpPr txBox="1"/>
          <p:nvPr/>
        </p:nvSpPr>
        <p:spPr>
          <a:xfrm>
            <a:off x="1580622" y="5473524"/>
            <a:ext cx="8948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参考资料：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Andersen, L. O. (1994).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Program analysis and specialization for the C programming language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(Ph.D. thesis, University of </a:t>
            </a: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Cophenhagen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altLang="zh-CN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9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D1E25-4C3E-AFE8-EBD4-1C7C4B8F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3F972E0-CEF2-F5B9-1661-CBDC8CA804B6}"/>
              </a:ext>
            </a:extLst>
          </p:cNvPr>
          <p:cNvSpPr/>
          <p:nvPr/>
        </p:nvSpPr>
        <p:spPr>
          <a:xfrm>
            <a:off x="862147" y="1865995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1011B3-3274-350A-DE7F-BED69C2C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E270E4-1A31-EAA6-1720-766523FCF912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四种基本约束：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B8E7818-8B11-61E6-B1B4-81ECA409B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5342900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629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B8E7818-8B11-61E6-B1B4-81ECA409B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5342900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4615" r="-261947" b="-2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84615" r="-339" b="-2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7013" r="-261947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187013" r="-339" b="-2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2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3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B14DA894-1267-6079-C15C-50200A994638}"/>
              </a:ext>
            </a:extLst>
          </p:cNvPr>
          <p:cNvGrpSpPr/>
          <p:nvPr/>
        </p:nvGrpSpPr>
        <p:grpSpPr>
          <a:xfrm>
            <a:off x="4062557" y="4340691"/>
            <a:ext cx="2033443" cy="614483"/>
            <a:chOff x="4062557" y="4793538"/>
            <a:chExt cx="2033443" cy="614483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CFD3290-9D66-EF08-5079-86873DF70E58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035837F-166B-E2C6-5435-CA2CCB6A520F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CEFA67A-6561-4E8B-8A69-F192116BA273}"/>
                </a:ext>
              </a:extLst>
            </p:cNvPr>
            <p:cNvCxnSpPr>
              <a:cxnSpLocks/>
              <a:stCxn id="11" idx="6"/>
              <a:endCxn id="16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B699B90-4417-B9F4-7591-0181F41EA7CC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 err="1">
                  <a:solidFill>
                    <a:srgbClr val="00B05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Addr</a:t>
              </a:r>
              <a:endParaRPr lang="zh-CN" altLang="en-US" sz="16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E1A366D-26B7-251E-B687-635E87B1E4A2}"/>
                  </a:ext>
                </a:extLst>
              </p:cNvPr>
              <p:cNvSpPr txBox="1"/>
              <p:nvPr/>
            </p:nvSpPr>
            <p:spPr>
              <a:xfrm>
                <a:off x="5886463" y="4140635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E1A366D-26B7-251E-B687-635E87B1E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63" y="4140635"/>
                <a:ext cx="60197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1">
            <a:extLst>
              <a:ext uri="{FF2B5EF4-FFF2-40B4-BE49-F238E27FC236}">
                <a16:creationId xmlns:a16="http://schemas.microsoft.com/office/drawing/2014/main" id="{D7C7DF7F-2B72-E4F0-7272-0F5A1690B1F4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526030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12469-EC30-7FD2-3840-6AA9231C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6CCD834-8167-AE5A-9AF7-8DF7F825BF49}"/>
              </a:ext>
            </a:extLst>
          </p:cNvPr>
          <p:cNvSpPr/>
          <p:nvPr/>
        </p:nvSpPr>
        <p:spPr>
          <a:xfrm>
            <a:off x="862147" y="1865995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B2E9A0-29F7-5563-442D-4CD36FC7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A78978-B360-B031-A350-A3E4A653130C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四种基本约束：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0C52382-E70B-9B37-4CBF-3C0C6B1E27DC}"/>
              </a:ext>
            </a:extLst>
          </p:cNvPr>
          <p:cNvGrpSpPr/>
          <p:nvPr/>
        </p:nvGrpSpPr>
        <p:grpSpPr>
          <a:xfrm>
            <a:off x="4062557" y="4340691"/>
            <a:ext cx="2033443" cy="614483"/>
            <a:chOff x="4062557" y="4793538"/>
            <a:chExt cx="2033443" cy="61448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4C4ACC2-9875-68EE-1880-DFC5BEE1EB52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6BCA79E-C40E-C7AC-1485-4AA9E366A4BE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CECFEC98-1658-432A-348C-E3B5D6744D05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F9FD9D2-0828-ED84-E17E-CE1D698E1B45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 err="1">
                  <a:solidFill>
                    <a:srgbClr val="00B05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Addr</a:t>
              </a:r>
              <a:endParaRPr lang="zh-CN" altLang="en-US" sz="16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9711343-DFEF-F203-D479-0EE5ECA47004}"/>
                  </a:ext>
                </a:extLst>
              </p:cNvPr>
              <p:cNvSpPr txBox="1"/>
              <p:nvPr/>
            </p:nvSpPr>
            <p:spPr>
              <a:xfrm>
                <a:off x="5886463" y="4140635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9711343-DFEF-F203-D479-0EE5ECA47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63" y="4140635"/>
                <a:ext cx="601976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324EA63-52C5-5CCE-8793-C9AE3E3C9DCD}"/>
                  </a:ext>
                </a:extLst>
              </p:cNvPr>
              <p:cNvSpPr txBox="1"/>
              <p:nvPr/>
            </p:nvSpPr>
            <p:spPr>
              <a:xfrm>
                <a:off x="7301606" y="4511284"/>
                <a:ext cx="1502760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rgbClr val="0026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𝑝𝑡𝑠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rgbClr val="0026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solidFill>
                                <a:srgbClr val="0026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</m:d>
                      <m:r>
                        <a:rPr lang="en-US" altLang="zh-CN" b="0" i="1" dirty="0" smtClean="0">
                          <a:solidFill>
                            <a:srgbClr val="0026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i="1" dirty="0" smtClean="0">
                          <a:solidFill>
                            <a:srgbClr val="0026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solidFill>
                            <a:srgbClr val="0026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solidFill>
                            <a:srgbClr val="0026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solidFill>
                    <a:srgbClr val="0026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324EA63-52C5-5CCE-8793-C9AE3E3C9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606" y="4511284"/>
                <a:ext cx="1502760" cy="400110"/>
              </a:xfrm>
              <a:prstGeom prst="rect">
                <a:avLst/>
              </a:prstGeom>
              <a:blipFill>
                <a:blip r:embed="rId4"/>
                <a:stretch>
                  <a:fillRect l="-813"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3D696D69-8AE6-6CB5-2EC9-547B6547D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1492852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629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3D696D69-8AE6-6CB5-2EC9-547B6547D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1492852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0265" t="-84615" r="-261947" b="-2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7797" t="-84615" r="-339" b="-2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0265" t="-187013" r="-261947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7797" t="-187013" r="-339" b="-2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0265" t="-2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7797" t="-2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0265" t="-3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7797" t="-3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标题 11">
            <a:extLst>
              <a:ext uri="{FF2B5EF4-FFF2-40B4-BE49-F238E27FC236}">
                <a16:creationId xmlns:a16="http://schemas.microsoft.com/office/drawing/2014/main" id="{7A41C6CA-2B95-F15B-4C8E-9360D4E41E35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742661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E5C40-C38C-139C-8900-607A9008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5B2B3B5-0F1F-0C91-D0AB-66264EBEE714}"/>
              </a:ext>
            </a:extLst>
          </p:cNvPr>
          <p:cNvSpPr/>
          <p:nvPr/>
        </p:nvSpPr>
        <p:spPr>
          <a:xfrm>
            <a:off x="862147" y="2336256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F2B50D-B22D-7CA5-863B-98455A4A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DFD7B5-8AC6-69A3-B513-D244FB9FD6D4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四种基本约束：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4A54C1B3-76B3-6F65-046A-C323573EB8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6421140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629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4A54C1B3-76B3-6F65-046A-C323573EB8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6421140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4615" r="-261947" b="-2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84615" r="-339" b="-2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7013" r="-261947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187013" r="-339" b="-2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2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3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24492D77-A533-F291-A586-258F377E2D6B}"/>
              </a:ext>
            </a:extLst>
          </p:cNvPr>
          <p:cNvGrpSpPr/>
          <p:nvPr/>
        </p:nvGrpSpPr>
        <p:grpSpPr>
          <a:xfrm>
            <a:off x="4062557" y="4331979"/>
            <a:ext cx="2033443" cy="614483"/>
            <a:chOff x="4062557" y="4793538"/>
            <a:chExt cx="2033443" cy="614483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8D36306-71BF-9BC0-25C1-3DF22AA54649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31C80A7-C7DD-B277-F5DD-17D80AEFB987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C20E7363-5DC0-D5CD-441C-6353F6DB3007}"/>
                </a:ext>
              </a:extLst>
            </p:cNvPr>
            <p:cNvCxnSpPr>
              <a:cxnSpLocks/>
              <a:stCxn id="25" idx="6"/>
              <a:endCxn id="26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AF40530-4498-61F0-8E12-281D690F52F7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Copy</a:t>
              </a:r>
              <a:endParaRPr lang="zh-CN" altLang="en-US" sz="160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548E353-3CED-15BB-3066-37018A717D70}"/>
                  </a:ext>
                </a:extLst>
              </p:cNvPr>
              <p:cNvSpPr txBox="1"/>
              <p:nvPr/>
            </p:nvSpPr>
            <p:spPr>
              <a:xfrm>
                <a:off x="5886463" y="4131923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548E353-3CED-15BB-3066-37018A717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63" y="4131923"/>
                <a:ext cx="601976" cy="400110"/>
              </a:xfrm>
              <a:prstGeom prst="rect">
                <a:avLst/>
              </a:prstGeom>
              <a:blipFill>
                <a:blip r:embed="rId4"/>
                <a:stretch>
                  <a:fillRect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B2F7789-9574-195A-423D-B40C7847C654}"/>
                  </a:ext>
                </a:extLst>
              </p:cNvPr>
              <p:cNvSpPr txBox="1"/>
              <p:nvPr/>
            </p:nvSpPr>
            <p:spPr>
              <a:xfrm>
                <a:off x="3704416" y="4110937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B2F7789-9574-195A-423D-B40C7847C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416" y="4110937"/>
                <a:ext cx="601976" cy="400110"/>
              </a:xfrm>
              <a:prstGeom prst="rect">
                <a:avLst/>
              </a:prstGeom>
              <a:blipFill>
                <a:blip r:embed="rId5"/>
                <a:stretch>
                  <a:fillRect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13CF40C-9F44-A7F3-8119-FF46A32F454B}"/>
                  </a:ext>
                </a:extLst>
              </p:cNvPr>
              <p:cNvSpPr txBox="1"/>
              <p:nvPr/>
            </p:nvSpPr>
            <p:spPr>
              <a:xfrm>
                <a:off x="7641775" y="4331978"/>
                <a:ext cx="1502760" cy="38337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13CF40C-9F44-A7F3-8119-FF46A32F4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4331978"/>
                <a:ext cx="1502760" cy="383375"/>
              </a:xfrm>
              <a:prstGeom prst="rect">
                <a:avLst/>
              </a:prstGeom>
              <a:blipFill>
                <a:blip r:embed="rId6"/>
                <a:stretch>
                  <a:fillRect b="-1587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1">
            <a:extLst>
              <a:ext uri="{FF2B5EF4-FFF2-40B4-BE49-F238E27FC236}">
                <a16:creationId xmlns:a16="http://schemas.microsoft.com/office/drawing/2014/main" id="{C6C49F7B-DF0A-5CB5-5AA7-5F18D8E4C4B0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220777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B60A-2FC8-1FAF-7BBB-E44291E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3D6D14-1747-7E22-1C4A-B7056AB4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1CD3C4-EF58-D635-AB81-C225CA93E0B0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四种基本约束：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FF70A73-83FC-5710-1F66-81A7AB6E693C}"/>
              </a:ext>
            </a:extLst>
          </p:cNvPr>
          <p:cNvGrpSpPr/>
          <p:nvPr/>
        </p:nvGrpSpPr>
        <p:grpSpPr>
          <a:xfrm>
            <a:off x="4062557" y="4331979"/>
            <a:ext cx="2033443" cy="614483"/>
            <a:chOff x="4062557" y="4793538"/>
            <a:chExt cx="2033443" cy="61448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C96A90E-E38E-D2B3-00F5-E36BE1468DCB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E772DA3-A746-4DD5-A015-FF5EE0F926E1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3E4E0F7-E28A-9AAB-FFA2-DF71833A1283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20CFF8B-F63B-DC7D-0282-783716B292A4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Copy</a:t>
              </a:r>
              <a:endParaRPr lang="zh-CN" altLang="en-US" sz="160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200A1A1-A182-99EB-67B2-9AA8F088950F}"/>
                  </a:ext>
                </a:extLst>
              </p:cNvPr>
              <p:cNvSpPr txBox="1"/>
              <p:nvPr/>
            </p:nvSpPr>
            <p:spPr>
              <a:xfrm>
                <a:off x="5886463" y="4131923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200A1A1-A182-99EB-67B2-9AA8F0889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63" y="4131923"/>
                <a:ext cx="601976" cy="400110"/>
              </a:xfrm>
              <a:prstGeom prst="rect">
                <a:avLst/>
              </a:prstGeom>
              <a:blipFill>
                <a:blip r:embed="rId3"/>
                <a:stretch>
                  <a:fillRect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44EEBF8-8984-539C-5737-76ACD9386A32}"/>
                  </a:ext>
                </a:extLst>
              </p:cNvPr>
              <p:cNvSpPr txBox="1"/>
              <p:nvPr/>
            </p:nvSpPr>
            <p:spPr>
              <a:xfrm>
                <a:off x="7641775" y="4697735"/>
                <a:ext cx="1502760" cy="38337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44EEBF8-8984-539C-5737-76ACD9386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4697735"/>
                <a:ext cx="1502760" cy="383375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8615F3E-93E1-8564-7B72-641289A52005}"/>
                  </a:ext>
                </a:extLst>
              </p:cNvPr>
              <p:cNvSpPr txBox="1"/>
              <p:nvPr/>
            </p:nvSpPr>
            <p:spPr>
              <a:xfrm>
                <a:off x="3704416" y="4110937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8615F3E-93E1-8564-7B72-641289A52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416" y="4110937"/>
                <a:ext cx="601976" cy="400110"/>
              </a:xfrm>
              <a:prstGeom prst="rect">
                <a:avLst/>
              </a:prstGeom>
              <a:blipFill>
                <a:blip r:embed="rId5"/>
                <a:stretch>
                  <a:fillRect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52ECE2A-0B93-C679-25BE-E037C9A4DDAA}"/>
              </a:ext>
            </a:extLst>
          </p:cNvPr>
          <p:cNvCxnSpPr/>
          <p:nvPr/>
        </p:nvCxnSpPr>
        <p:spPr>
          <a:xfrm>
            <a:off x="7498080" y="4742186"/>
            <a:ext cx="18026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5D5120B-344F-2EA9-62C4-BCBE73566181}"/>
                  </a:ext>
                </a:extLst>
              </p:cNvPr>
              <p:cNvSpPr txBox="1"/>
              <p:nvPr/>
            </p:nvSpPr>
            <p:spPr>
              <a:xfrm>
                <a:off x="7641775" y="4331978"/>
                <a:ext cx="1502760" cy="38337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5D5120B-344F-2EA9-62C4-BCBE73566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4331978"/>
                <a:ext cx="1502760" cy="383375"/>
              </a:xfrm>
              <a:prstGeom prst="rect">
                <a:avLst/>
              </a:prstGeom>
              <a:blipFill>
                <a:blip r:embed="rId6"/>
                <a:stretch>
                  <a:fillRect b="-1587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436B6100-CFAC-5E3E-CE27-4B5EDFD70CA4}"/>
              </a:ext>
            </a:extLst>
          </p:cNvPr>
          <p:cNvSpPr/>
          <p:nvPr/>
        </p:nvSpPr>
        <p:spPr>
          <a:xfrm>
            <a:off x="862147" y="2336256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>
                <a:extLst>
                  <a:ext uri="{FF2B5EF4-FFF2-40B4-BE49-F238E27FC236}">
                    <a16:creationId xmlns:a16="http://schemas.microsoft.com/office/drawing/2014/main" id="{90BFC698-385F-DD52-5F7D-7F5A4F2C89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7762345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629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>
                <a:extLst>
                  <a:ext uri="{FF2B5EF4-FFF2-40B4-BE49-F238E27FC236}">
                    <a16:creationId xmlns:a16="http://schemas.microsoft.com/office/drawing/2014/main" id="{90BFC698-385F-DD52-5F7D-7F5A4F2C89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7762345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84615" r="-261947" b="-2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84615" r="-339" b="-2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187013" r="-261947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187013" r="-339" b="-2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2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2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3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3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标题 11">
            <a:extLst>
              <a:ext uri="{FF2B5EF4-FFF2-40B4-BE49-F238E27FC236}">
                <a16:creationId xmlns:a16="http://schemas.microsoft.com/office/drawing/2014/main" id="{2F62F70F-896A-2BEF-2403-F897F89535A1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489156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2DB6-E798-7659-AA85-99743C3B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804FD49-C4C4-BA4F-0DB3-B59AAA4232CF}"/>
              </a:ext>
            </a:extLst>
          </p:cNvPr>
          <p:cNvSpPr/>
          <p:nvPr/>
        </p:nvSpPr>
        <p:spPr>
          <a:xfrm>
            <a:off x="862147" y="2797811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A85179-701F-BABD-6CE6-979F9C1D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A5EAF7-9FE9-BD82-862C-9DB352AEC776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四种基本约束：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E9EFB926-DB41-0AD2-4B1D-3F2C9B4D57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611068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629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E9EFB926-DB41-0AD2-4B1D-3F2C9B4D57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611068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4615" r="-261947" b="-2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84615" r="-339" b="-2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7013" r="-261947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187013" r="-339" b="-2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2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3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9528734-3CD8-FFC8-2CD9-B16DB2E2F0F4}"/>
                  </a:ext>
                </a:extLst>
              </p:cNvPr>
              <p:cNvSpPr txBox="1"/>
              <p:nvPr/>
            </p:nvSpPr>
            <p:spPr>
              <a:xfrm>
                <a:off x="7641775" y="4297144"/>
                <a:ext cx="1789608" cy="76809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𝑝𝑡𝑠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</m:d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9528734-3CD8-FFC8-2CD9-B16DB2E2F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4297144"/>
                <a:ext cx="1789608" cy="768095"/>
              </a:xfrm>
              <a:prstGeom prst="rect">
                <a:avLst/>
              </a:prstGeom>
              <a:blipFill>
                <a:blip r:embed="rId4"/>
                <a:stretch>
                  <a:fillRect l="-683" b="-714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BA1A70EA-827F-94DD-85B0-6B2CF30D0299}"/>
              </a:ext>
            </a:extLst>
          </p:cNvPr>
          <p:cNvGrpSpPr/>
          <p:nvPr/>
        </p:nvGrpSpPr>
        <p:grpSpPr>
          <a:xfrm>
            <a:off x="4062557" y="4845792"/>
            <a:ext cx="2033443" cy="614483"/>
            <a:chOff x="4062557" y="4793538"/>
            <a:chExt cx="2033443" cy="614483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C2C2E15-0B50-45EA-022A-94EB0989EDD8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A149FB8-9D71-9A21-A1B6-C0D8746B8635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B628BF5D-CBFE-E5CE-53B7-B81F3FE8856D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0C2942C-2B89-1725-3734-E9A2A5C20773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Load</a:t>
              </a:r>
              <a:endParaRPr lang="zh-CN" alt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F7C80EA-CCAC-18E2-5A13-5E2C5A0E03BC}"/>
                  </a:ext>
                </a:extLst>
              </p:cNvPr>
              <p:cNvSpPr txBox="1"/>
              <p:nvPr/>
            </p:nvSpPr>
            <p:spPr>
              <a:xfrm>
                <a:off x="3756669" y="4642162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F7C80EA-CCAC-18E2-5A13-5E2C5A0E0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669" y="4642162"/>
                <a:ext cx="601976" cy="400110"/>
              </a:xfrm>
              <a:prstGeom prst="rect">
                <a:avLst/>
              </a:prstGeom>
              <a:blipFill>
                <a:blip r:embed="rId5"/>
                <a:stretch>
                  <a:fillRect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77E9843-D0AD-B39A-20F1-B5BCE2A8A07A}"/>
                  </a:ext>
                </a:extLst>
              </p:cNvPr>
              <p:cNvSpPr txBox="1"/>
              <p:nvPr/>
            </p:nvSpPr>
            <p:spPr>
              <a:xfrm>
                <a:off x="5825950" y="4642162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77E9843-D0AD-B39A-20F1-B5BCE2A8A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950" y="4642162"/>
                <a:ext cx="601976" cy="400110"/>
              </a:xfrm>
              <a:prstGeom prst="rect">
                <a:avLst/>
              </a:prstGeom>
              <a:blipFill>
                <a:blip r:embed="rId6"/>
                <a:stretch>
                  <a:fillRect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324422DC-9B38-B4DC-1C79-1054D55A3469}"/>
              </a:ext>
            </a:extLst>
          </p:cNvPr>
          <p:cNvSpPr/>
          <p:nvPr/>
        </p:nvSpPr>
        <p:spPr>
          <a:xfrm>
            <a:off x="4807133" y="4102006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8A5A68B-183A-C13A-836C-5A3F58102C55}"/>
                  </a:ext>
                </a:extLst>
              </p:cNvPr>
              <p:cNvSpPr txBox="1"/>
              <p:nvPr/>
            </p:nvSpPr>
            <p:spPr>
              <a:xfrm>
                <a:off x="4341230" y="3940324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′}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8A5A68B-183A-C13A-836C-5A3F58102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230" y="3940324"/>
                <a:ext cx="601976" cy="400110"/>
              </a:xfrm>
              <a:prstGeom prst="rect">
                <a:avLst/>
              </a:prstGeom>
              <a:blipFill>
                <a:blip r:embed="rId7"/>
                <a:stretch>
                  <a:fillRect l="-3030"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1">
            <a:extLst>
              <a:ext uri="{FF2B5EF4-FFF2-40B4-BE49-F238E27FC236}">
                <a16:creationId xmlns:a16="http://schemas.microsoft.com/office/drawing/2014/main" id="{036D7F1E-9BA0-4CCC-54FF-697CBDCACBA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599237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B7320-9802-00D5-E483-9B7E887F5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DF5743-FCDB-736B-D276-46DAF697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379193-66A3-50F2-38AC-2FD6E26E0508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四种基本约束：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502436B-B26D-7C92-6A9B-50E8F8CE93C6}"/>
              </a:ext>
            </a:extLst>
          </p:cNvPr>
          <p:cNvGrpSpPr/>
          <p:nvPr/>
        </p:nvGrpSpPr>
        <p:grpSpPr>
          <a:xfrm>
            <a:off x="4062557" y="4845792"/>
            <a:ext cx="2033443" cy="614483"/>
            <a:chOff x="4062557" y="4793538"/>
            <a:chExt cx="2033443" cy="61448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3366CE2-A941-AFD6-53A8-AB4AD4D61860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0D01C1F-DD28-73C5-0DF0-22EA18839857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20E6373E-B40E-B5DC-BA73-E6AA849D5E76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6E25794-59D4-DF04-CEED-6A572618B045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Load</a:t>
              </a:r>
              <a:endParaRPr lang="zh-CN" alt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ADEFFD-D7B5-5961-092B-EE0A0CC368AA}"/>
                  </a:ext>
                </a:extLst>
              </p:cNvPr>
              <p:cNvSpPr txBox="1"/>
              <p:nvPr/>
            </p:nvSpPr>
            <p:spPr>
              <a:xfrm>
                <a:off x="3756669" y="4642162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ADEFFD-D7B5-5961-092B-EE0A0CC36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669" y="4642162"/>
                <a:ext cx="601976" cy="400110"/>
              </a:xfrm>
              <a:prstGeom prst="rect">
                <a:avLst/>
              </a:prstGeom>
              <a:blipFill>
                <a:blip r:embed="rId3"/>
                <a:stretch>
                  <a:fillRect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75FA91-50C2-32C3-A1EB-182C84620DEB}"/>
                  </a:ext>
                </a:extLst>
              </p:cNvPr>
              <p:cNvSpPr txBox="1"/>
              <p:nvPr/>
            </p:nvSpPr>
            <p:spPr>
              <a:xfrm>
                <a:off x="5825950" y="4642162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′}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75FA91-50C2-32C3-A1EB-182C84620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950" y="4642162"/>
                <a:ext cx="601976" cy="400110"/>
              </a:xfrm>
              <a:prstGeom prst="rect">
                <a:avLst/>
              </a:prstGeom>
              <a:blipFill>
                <a:blip r:embed="rId4"/>
                <a:stretch>
                  <a:fillRect l="-3061"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椭圆 14">
            <a:extLst>
              <a:ext uri="{FF2B5EF4-FFF2-40B4-BE49-F238E27FC236}">
                <a16:creationId xmlns:a16="http://schemas.microsoft.com/office/drawing/2014/main" id="{1522B46F-CE49-489D-21EB-CEAA2A2DBEE8}"/>
              </a:ext>
            </a:extLst>
          </p:cNvPr>
          <p:cNvSpPr/>
          <p:nvPr/>
        </p:nvSpPr>
        <p:spPr>
          <a:xfrm>
            <a:off x="4807133" y="4102006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3B759E9-3246-90CF-959E-43E1C6753712}"/>
              </a:ext>
            </a:extLst>
          </p:cNvPr>
          <p:cNvCxnSpPr>
            <a:cxnSpLocks/>
            <a:stCxn id="15" idx="5"/>
            <a:endCxn id="9" idx="1"/>
          </p:cNvCxnSpPr>
          <p:nvPr/>
        </p:nvCxnSpPr>
        <p:spPr>
          <a:xfrm>
            <a:off x="5223385" y="4518258"/>
            <a:ext cx="456363" cy="5257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E2F57E6-BDFB-3A1D-8C3E-3B7AB6E35651}"/>
                  </a:ext>
                </a:extLst>
              </p:cNvPr>
              <p:cNvSpPr txBox="1"/>
              <p:nvPr/>
            </p:nvSpPr>
            <p:spPr>
              <a:xfrm>
                <a:off x="7641775" y="4297144"/>
                <a:ext cx="1789608" cy="76809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𝑝𝑡𝑠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</m:d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E2F57E6-BDFB-3A1D-8C3E-3B7AB6E35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4297144"/>
                <a:ext cx="1789608" cy="768095"/>
              </a:xfrm>
              <a:prstGeom prst="rect">
                <a:avLst/>
              </a:prstGeom>
              <a:blipFill>
                <a:blip r:embed="rId5"/>
                <a:stretch>
                  <a:fillRect l="-683" b="-714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317CC4A-CB4F-3E8C-DED7-02199D6F7D3A}"/>
                  </a:ext>
                </a:extLst>
              </p:cNvPr>
              <p:cNvSpPr txBox="1"/>
              <p:nvPr/>
            </p:nvSpPr>
            <p:spPr>
              <a:xfrm>
                <a:off x="7641775" y="5037372"/>
                <a:ext cx="1502760" cy="38337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317CC4A-CB4F-3E8C-DED7-02199D6F7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5037372"/>
                <a:ext cx="1502760" cy="383375"/>
              </a:xfrm>
              <a:prstGeom prst="rect">
                <a:avLst/>
              </a:prstGeom>
              <a:blipFill>
                <a:blip r:embed="rId6"/>
                <a:stretch>
                  <a:fillRect l="-407" b="-11111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EC403C4-47B4-FDD2-B1DC-C88FBF705ED0}"/>
              </a:ext>
            </a:extLst>
          </p:cNvPr>
          <p:cNvCxnSpPr/>
          <p:nvPr/>
        </p:nvCxnSpPr>
        <p:spPr>
          <a:xfrm>
            <a:off x="7498080" y="5081823"/>
            <a:ext cx="18026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FF781-C0D5-03E1-5EC1-CEFC2013CAE1}"/>
              </a:ext>
            </a:extLst>
          </p:cNvPr>
          <p:cNvSpPr txBox="1"/>
          <p:nvPr/>
        </p:nvSpPr>
        <p:spPr>
          <a:xfrm>
            <a:off x="5059598" y="4445193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Copy</a:t>
            </a:r>
            <a:endParaRPr lang="zh-CN" alt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AFA18D-6811-AA89-BCCA-B79A4D9637D2}"/>
              </a:ext>
            </a:extLst>
          </p:cNvPr>
          <p:cNvSpPr/>
          <p:nvPr/>
        </p:nvSpPr>
        <p:spPr>
          <a:xfrm>
            <a:off x="862147" y="2797811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>
                <a:extLst>
                  <a:ext uri="{FF2B5EF4-FFF2-40B4-BE49-F238E27FC236}">
                    <a16:creationId xmlns:a16="http://schemas.microsoft.com/office/drawing/2014/main" id="{995C9A7A-7847-6651-02C2-DBDEEF40F8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191263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629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>
                <a:extLst>
                  <a:ext uri="{FF2B5EF4-FFF2-40B4-BE49-F238E27FC236}">
                    <a16:creationId xmlns:a16="http://schemas.microsoft.com/office/drawing/2014/main" id="{995C9A7A-7847-6651-02C2-DBDEEF40F8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191263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84615" r="-261947" b="-2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84615" r="-339" b="-2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187013" r="-261947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187013" r="-339" b="-2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2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2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3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3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6828F8D-9ECB-B5AF-7E06-897B0BC7A756}"/>
                  </a:ext>
                </a:extLst>
              </p:cNvPr>
              <p:cNvSpPr txBox="1"/>
              <p:nvPr/>
            </p:nvSpPr>
            <p:spPr>
              <a:xfrm>
                <a:off x="4341230" y="3940324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′}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6828F8D-9ECB-B5AF-7E06-897B0BC7A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230" y="3940324"/>
                <a:ext cx="601976" cy="400110"/>
              </a:xfrm>
              <a:prstGeom prst="rect">
                <a:avLst/>
              </a:prstGeom>
              <a:blipFill>
                <a:blip r:embed="rId8"/>
                <a:stretch>
                  <a:fillRect l="-3030"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1">
            <a:extLst>
              <a:ext uri="{FF2B5EF4-FFF2-40B4-BE49-F238E27FC236}">
                <a16:creationId xmlns:a16="http://schemas.microsoft.com/office/drawing/2014/main" id="{BF2FF578-FF18-8967-C4FC-F9F7D9454A65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841567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8D1B-1A27-8E20-7166-1E6BDB4A9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D0C5AC7-FC27-4421-555C-011252F70E31}"/>
              </a:ext>
            </a:extLst>
          </p:cNvPr>
          <p:cNvSpPr/>
          <p:nvPr/>
        </p:nvSpPr>
        <p:spPr>
          <a:xfrm>
            <a:off x="862147" y="3276778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1602EF-99E0-6DA5-302D-132C4E59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77A041-B706-F07D-6A3B-F77F46281A23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四种基本约束：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220F92EB-9023-5EA6-E206-635AC8805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4114521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629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220F92EB-9023-5EA6-E206-635AC8805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4114521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4615" r="-261947" b="-2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84615" r="-339" b="-2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7013" r="-261947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187013" r="-339" b="-2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2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3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2FA6F138-C696-C8B9-92BD-7655863D0BD1}"/>
              </a:ext>
            </a:extLst>
          </p:cNvPr>
          <p:cNvGrpSpPr/>
          <p:nvPr/>
        </p:nvGrpSpPr>
        <p:grpSpPr>
          <a:xfrm>
            <a:off x="4062557" y="4871913"/>
            <a:ext cx="2033443" cy="614483"/>
            <a:chOff x="4062557" y="4793538"/>
            <a:chExt cx="2033443" cy="614483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6BBE532D-384A-2B86-B4AD-8E20FBF8FCFB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4022B4D-3598-6FE6-F930-A9F5DC1B6B5D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AD700AE4-AB3F-EC59-D9DF-B7DBB65E04D5}"/>
                </a:ext>
              </a:extLst>
            </p:cNvPr>
            <p:cNvCxnSpPr>
              <a:cxnSpLocks/>
              <a:stCxn id="21" idx="2"/>
              <a:endCxn id="19" idx="6"/>
            </p:cNvCxnSpPr>
            <p:nvPr/>
          </p:nvCxnSpPr>
          <p:spPr>
            <a:xfrm flipH="1"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C2CFCEF-3409-58AA-A339-9497B1524772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Store</a:t>
              </a:r>
              <a:endParaRPr lang="zh-CN" altLang="en-US" sz="16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8F91A4F-9CE2-0693-03E9-FDED1C45A412}"/>
                  </a:ext>
                </a:extLst>
              </p:cNvPr>
              <p:cNvSpPr txBox="1"/>
              <p:nvPr/>
            </p:nvSpPr>
            <p:spPr>
              <a:xfrm>
                <a:off x="3756669" y="4668283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8F91A4F-9CE2-0693-03E9-FDED1C45A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669" y="4668283"/>
                <a:ext cx="601976" cy="400110"/>
              </a:xfrm>
              <a:prstGeom prst="rect">
                <a:avLst/>
              </a:prstGeom>
              <a:blipFill>
                <a:blip r:embed="rId4"/>
                <a:stretch>
                  <a:fillRect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AFBF3E3-AA01-C197-0C23-02E24AC3FF8E}"/>
                  </a:ext>
                </a:extLst>
              </p:cNvPr>
              <p:cNvSpPr txBox="1"/>
              <p:nvPr/>
            </p:nvSpPr>
            <p:spPr>
              <a:xfrm>
                <a:off x="5825950" y="4668283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′}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AFBF3E3-AA01-C197-0C23-02E24AC3F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950" y="4668283"/>
                <a:ext cx="601976" cy="400110"/>
              </a:xfrm>
              <a:prstGeom prst="rect">
                <a:avLst/>
              </a:prstGeom>
              <a:blipFill>
                <a:blip r:embed="rId5"/>
                <a:stretch>
                  <a:fillRect l="-3061"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椭圆 25">
            <a:extLst>
              <a:ext uri="{FF2B5EF4-FFF2-40B4-BE49-F238E27FC236}">
                <a16:creationId xmlns:a16="http://schemas.microsoft.com/office/drawing/2014/main" id="{A92E71B4-71CC-4424-08A9-570EAE4110EB}"/>
              </a:ext>
            </a:extLst>
          </p:cNvPr>
          <p:cNvSpPr/>
          <p:nvPr/>
        </p:nvSpPr>
        <p:spPr>
          <a:xfrm>
            <a:off x="4807133" y="4128127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06D1093-F1A4-D0B4-5362-3C6B6217B3B9}"/>
                  </a:ext>
                </a:extLst>
              </p:cNvPr>
              <p:cNvSpPr txBox="1"/>
              <p:nvPr/>
            </p:nvSpPr>
            <p:spPr>
              <a:xfrm>
                <a:off x="4383614" y="3911613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06D1093-F1A4-D0B4-5362-3C6B6217B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614" y="3911613"/>
                <a:ext cx="601976" cy="400110"/>
              </a:xfrm>
              <a:prstGeom prst="rect">
                <a:avLst/>
              </a:prstGeom>
              <a:blipFill>
                <a:blip r:embed="rId6"/>
                <a:stretch>
                  <a:fillRect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F2085D5-7E92-EB76-CC0E-C9222C591A3D}"/>
                  </a:ext>
                </a:extLst>
              </p:cNvPr>
              <p:cNvSpPr txBox="1"/>
              <p:nvPr/>
            </p:nvSpPr>
            <p:spPr>
              <a:xfrm>
                <a:off x="7641775" y="4323265"/>
                <a:ext cx="1789608" cy="76809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𝑝𝑡𝑠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</m:d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F2085D5-7E92-EB76-CC0E-C9222C591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4323265"/>
                <a:ext cx="1789608" cy="768095"/>
              </a:xfrm>
              <a:prstGeom prst="rect">
                <a:avLst/>
              </a:prstGeom>
              <a:blipFill>
                <a:blip r:embed="rId7"/>
                <a:stretch>
                  <a:fillRect l="-683" b="-714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1">
            <a:extLst>
              <a:ext uri="{FF2B5EF4-FFF2-40B4-BE49-F238E27FC236}">
                <a16:creationId xmlns:a16="http://schemas.microsoft.com/office/drawing/2014/main" id="{3CF30F74-4F38-DF28-EC60-49E9703B5A01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505771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37DB1-A886-7312-2DDE-F7CABF32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73DFD0-22B0-1F5B-2E97-723B624F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55F330-D5D2-36DD-3A26-878FF8479A3A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四种基本约束：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0781382-A0BB-13D5-BFBF-2120ABFD6FC4}"/>
              </a:ext>
            </a:extLst>
          </p:cNvPr>
          <p:cNvGrpSpPr/>
          <p:nvPr/>
        </p:nvGrpSpPr>
        <p:grpSpPr>
          <a:xfrm>
            <a:off x="4062557" y="4871913"/>
            <a:ext cx="2033443" cy="614483"/>
            <a:chOff x="4062557" y="4793538"/>
            <a:chExt cx="2033443" cy="61448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87FF2FE-DF26-DEAA-310F-0CF6402F5D56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33D73DB-5B25-15BB-AE71-A18A33D340A4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5E69ED3D-1866-09A7-7554-4D43911D30F7}"/>
                </a:ext>
              </a:extLst>
            </p:cNvPr>
            <p:cNvCxnSpPr>
              <a:cxnSpLocks/>
              <a:stCxn id="9" idx="2"/>
              <a:endCxn id="8" idx="6"/>
            </p:cNvCxnSpPr>
            <p:nvPr/>
          </p:nvCxnSpPr>
          <p:spPr>
            <a:xfrm flipH="1"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7B9B1B5-E5EA-2F73-0170-0F26FAB97A5D}"/>
                </a:ext>
              </a:extLst>
            </p:cNvPr>
            <p:cNvSpPr txBox="1"/>
            <p:nvPr/>
          </p:nvSpPr>
          <p:spPr>
            <a:xfrm>
              <a:off x="4667716" y="4793538"/>
              <a:ext cx="849163" cy="384080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Store</a:t>
              </a:r>
              <a:endParaRPr lang="zh-CN" altLang="en-US" sz="16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D20EB7A-FBC9-1A78-A8F6-FCC985DF99BC}"/>
                  </a:ext>
                </a:extLst>
              </p:cNvPr>
              <p:cNvSpPr txBox="1"/>
              <p:nvPr/>
            </p:nvSpPr>
            <p:spPr>
              <a:xfrm>
                <a:off x="3756669" y="4668283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D20EB7A-FBC9-1A78-A8F6-FCC985DF9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669" y="4668283"/>
                <a:ext cx="601976" cy="400110"/>
              </a:xfrm>
              <a:prstGeom prst="rect">
                <a:avLst/>
              </a:prstGeom>
              <a:blipFill>
                <a:blip r:embed="rId3"/>
                <a:stretch>
                  <a:fillRect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FC3F215-86A2-FD74-671B-7A9AF882C321}"/>
                  </a:ext>
                </a:extLst>
              </p:cNvPr>
              <p:cNvSpPr txBox="1"/>
              <p:nvPr/>
            </p:nvSpPr>
            <p:spPr>
              <a:xfrm>
                <a:off x="5825950" y="4668283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′}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FC3F215-86A2-FD74-671B-7A9AF882C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950" y="4668283"/>
                <a:ext cx="601976" cy="400110"/>
              </a:xfrm>
              <a:prstGeom prst="rect">
                <a:avLst/>
              </a:prstGeom>
              <a:blipFill>
                <a:blip r:embed="rId4"/>
                <a:stretch>
                  <a:fillRect l="-3061"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椭圆 14">
            <a:extLst>
              <a:ext uri="{FF2B5EF4-FFF2-40B4-BE49-F238E27FC236}">
                <a16:creationId xmlns:a16="http://schemas.microsoft.com/office/drawing/2014/main" id="{C2BF7CF8-9610-0C3E-89C9-F5CA3A1BA7D9}"/>
              </a:ext>
            </a:extLst>
          </p:cNvPr>
          <p:cNvSpPr/>
          <p:nvPr/>
        </p:nvSpPr>
        <p:spPr>
          <a:xfrm>
            <a:off x="4807133" y="4128127"/>
            <a:ext cx="487670" cy="4876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B3B08D9-E0CF-6140-9910-CADF9DFC2DEF}"/>
                  </a:ext>
                </a:extLst>
              </p:cNvPr>
              <p:cNvSpPr txBox="1"/>
              <p:nvPr/>
            </p:nvSpPr>
            <p:spPr>
              <a:xfrm>
                <a:off x="4383614" y="3911613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′}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B3B08D9-E0CF-6140-9910-CADF9DFC2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614" y="3911613"/>
                <a:ext cx="601976" cy="400110"/>
              </a:xfrm>
              <a:prstGeom prst="rect">
                <a:avLst/>
              </a:prstGeom>
              <a:blipFill>
                <a:blip r:embed="rId5"/>
                <a:stretch>
                  <a:fillRect l="-3030" b="-12308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293D1E4-0957-2521-8D63-5D4F7AEB8A09}"/>
              </a:ext>
            </a:extLst>
          </p:cNvPr>
          <p:cNvCxnSpPr>
            <a:cxnSpLocks/>
            <a:stCxn id="9" idx="1"/>
            <a:endCxn id="15" idx="5"/>
          </p:cNvCxnSpPr>
          <p:nvPr/>
        </p:nvCxnSpPr>
        <p:spPr>
          <a:xfrm flipH="1" flipV="1">
            <a:off x="5223385" y="4544379"/>
            <a:ext cx="456363" cy="5257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0A19B22-1D12-3B63-FC72-BBAAA1E0DBEC}"/>
                  </a:ext>
                </a:extLst>
              </p:cNvPr>
              <p:cNvSpPr txBox="1"/>
              <p:nvPr/>
            </p:nvSpPr>
            <p:spPr>
              <a:xfrm>
                <a:off x="7641775" y="4323265"/>
                <a:ext cx="1789608" cy="76809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𝑝𝑡𝑠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</m:d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endPara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0A19B22-1D12-3B63-FC72-BBAAA1E0D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4323265"/>
                <a:ext cx="1789608" cy="768095"/>
              </a:xfrm>
              <a:prstGeom prst="rect">
                <a:avLst/>
              </a:prstGeom>
              <a:blipFill>
                <a:blip r:embed="rId6"/>
                <a:stretch>
                  <a:fillRect l="-683" b="-714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4A0CA76-F060-C56C-70E7-79277017BA78}"/>
                  </a:ext>
                </a:extLst>
              </p:cNvPr>
              <p:cNvSpPr txBox="1"/>
              <p:nvPr/>
            </p:nvSpPr>
            <p:spPr>
              <a:xfrm>
                <a:off x="7641775" y="5063493"/>
                <a:ext cx="1502760" cy="38337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4A0CA76-F060-C56C-70E7-79277017B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5" y="5063493"/>
                <a:ext cx="1502760" cy="383375"/>
              </a:xfrm>
              <a:prstGeom prst="rect">
                <a:avLst/>
              </a:prstGeom>
              <a:blipFill>
                <a:blip r:embed="rId7"/>
                <a:stretch>
                  <a:fillRect l="-407" b="-11111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2D965EC-5C05-42ED-7213-877EC3C4661C}"/>
              </a:ext>
            </a:extLst>
          </p:cNvPr>
          <p:cNvCxnSpPr/>
          <p:nvPr/>
        </p:nvCxnSpPr>
        <p:spPr>
          <a:xfrm>
            <a:off x="7498080" y="5107944"/>
            <a:ext cx="18026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C51F2D2-08AB-C8D5-B516-B5DA7BF0AA2A}"/>
              </a:ext>
            </a:extLst>
          </p:cNvPr>
          <p:cNvSpPr txBox="1"/>
          <p:nvPr/>
        </p:nvSpPr>
        <p:spPr>
          <a:xfrm>
            <a:off x="5157621" y="4487833"/>
            <a:ext cx="849163" cy="384080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Copy</a:t>
            </a:r>
            <a:endParaRPr lang="zh-CN" alt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13A3B4-6787-1D65-49ED-19F8C4496F27}"/>
              </a:ext>
            </a:extLst>
          </p:cNvPr>
          <p:cNvSpPr/>
          <p:nvPr/>
        </p:nvSpPr>
        <p:spPr>
          <a:xfrm>
            <a:off x="862147" y="3276778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160F2B82-C06B-B86F-B41C-C031951806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6238085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629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80725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7338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160F2B82-C06B-B86F-B41C-C031951806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6238085"/>
                  </p:ext>
                </p:extLst>
              </p:nvPr>
            </p:nvGraphicFramePr>
            <p:xfrm>
              <a:off x="862147" y="1532337"/>
              <a:ext cx="10345784" cy="2241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90265" t="-84615" r="-261947" b="-2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87797" t="-84615" r="-339" b="-297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90265" t="-187013" r="-261947" b="-2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87797" t="-187013" r="-339" b="-2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90265" t="-2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87797" t="-2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90265" t="-3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87797" t="-3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标题 11">
            <a:extLst>
              <a:ext uri="{FF2B5EF4-FFF2-40B4-BE49-F238E27FC236}">
                <a16:creationId xmlns:a16="http://schemas.microsoft.com/office/drawing/2014/main" id="{667124D5-F0D6-D694-BEB9-A1BE8F9F1D19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18053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82D3D-7370-D2D6-A17A-BFB7FED3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0237B5-E8BF-CA0D-1F0E-853D21DA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4A5C49-EA43-38A4-2DA1-73A588535869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分析流程：获得</a:t>
            </a:r>
            <a:r>
              <a:rPr lang="en-US" altLang="zh-CN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LLVM IR</a:t>
            </a:r>
            <a:endParaRPr lang="zh-CN" altLang="en-US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FDF30B-3FF7-4644-324E-F07A59FC0B3D}"/>
              </a:ext>
            </a:extLst>
          </p:cNvPr>
          <p:cNvSpPr txBox="1"/>
          <p:nvPr/>
        </p:nvSpPr>
        <p:spPr>
          <a:xfrm>
            <a:off x="1426067" y="1824174"/>
            <a:ext cx="3370217" cy="354058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swap(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**p,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**q){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t = *p;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*p = *q;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*q = t;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endParaRPr lang="en-US" altLang="zh-CN" sz="14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main(){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a1;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*a;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b1;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*b;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a = &amp;a1;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b = &amp;b1;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swap(&amp;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a,&amp;b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3FF043-5B11-A4E8-DFDF-611C395CCF5B}"/>
              </a:ext>
            </a:extLst>
          </p:cNvPr>
          <p:cNvSpPr txBox="1"/>
          <p:nvPr/>
        </p:nvSpPr>
        <p:spPr>
          <a:xfrm>
            <a:off x="6831879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56B45B3-D39A-DC42-FF3D-5E4B7365A046}"/>
              </a:ext>
            </a:extLst>
          </p:cNvPr>
          <p:cNvSpPr/>
          <p:nvPr/>
        </p:nvSpPr>
        <p:spPr>
          <a:xfrm>
            <a:off x="5351140" y="3457625"/>
            <a:ext cx="1050005" cy="229687"/>
          </a:xfrm>
          <a:prstGeom prst="rightArrow">
            <a:avLst>
              <a:gd name="adj1" fmla="val 50000"/>
              <a:gd name="adj2" fmla="val 10098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8D1327-4019-CC53-21AA-1792FDBC84D7}"/>
              </a:ext>
            </a:extLst>
          </p:cNvPr>
          <p:cNvSpPr txBox="1"/>
          <p:nvPr/>
        </p:nvSpPr>
        <p:spPr>
          <a:xfrm>
            <a:off x="2579597" y="5364759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swap.c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B07D50-C5D7-C30A-7AD0-ECC736070382}"/>
              </a:ext>
            </a:extLst>
          </p:cNvPr>
          <p:cNvSpPr txBox="1"/>
          <p:nvPr/>
        </p:nvSpPr>
        <p:spPr>
          <a:xfrm>
            <a:off x="8221094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B85925CA-8485-1300-EC64-810C2F70512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200538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D233-7507-A1E0-5AF6-1F0692A0A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81849B-F015-A1F3-A832-F736B07B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369308-D443-B0A0-89EA-E181881FEB1E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分析流程：构造</a:t>
            </a:r>
            <a:r>
              <a:rPr lang="en-US" altLang="zh-CN" sz="2000" b="1" dirty="0" err="1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ConsG</a:t>
            </a:r>
            <a:endParaRPr lang="zh-CN" altLang="en-US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7E3988-F7E1-715C-EB5A-0CDE333D9A12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C23076-B4F0-80B1-6072-08167933757C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1A9D3A0-35C2-A12E-813B-78DE1AB5B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B2CF800C-CCE0-63E2-8B30-528A4F51C38C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B2CF800C-CCE0-63E2-8B30-528A4F51C3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AA14C00D-0B84-DCE7-558E-40B5738BC15E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AA14C00D-0B84-DCE7-558E-40B5738BC1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54D7B37E-F342-284E-A2E9-4D11C44C4E15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54D7B37E-F342-284E-A2E9-4D11C44C4E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8016A9C5-428C-10E8-0CCA-4F60831E82E2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8016A9C5-428C-10E8-0CCA-4F60831E82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42167975-C2F3-64B4-7AAC-64991E1C0393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42167975-C2F3-64B4-7AAC-64991E1C0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07662F6A-4BA0-6C43-A67F-F44CB3CDAFFA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07662F6A-4BA0-6C43-A67F-F44CB3CDAF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221A4921-D992-E11B-49E8-4249B17E7634}"/>
              </a:ext>
            </a:extLst>
          </p:cNvPr>
          <p:cNvSpPr/>
          <p:nvPr/>
        </p:nvSpPr>
        <p:spPr>
          <a:xfrm>
            <a:off x="701304" y="3805647"/>
            <a:ext cx="2956296" cy="7837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9CAE1E1-973E-38D6-B095-087F1959B7C0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8F9B479-E511-F1AD-3B5B-AA9F6CACC931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65CF49F-CCE7-E752-B064-E2A449A6A35D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2F194B06-D7AF-9F7B-2AAD-F6A9C93A7CF7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2F194B06-D7AF-9F7B-2AAD-F6A9C93A7C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6123451-53B6-4E2D-DEB8-582D0C5210F9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6123451-53B6-4E2D-DEB8-582D0C5210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6F42D2A1-331D-495B-A383-75A5A9408936}"/>
                </a:ext>
              </a:extLst>
            </p:cNvPr>
            <p:cNvCxnSpPr>
              <a:cxnSpLocks/>
              <a:stCxn id="24" idx="2"/>
              <a:endCxn id="23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AD00095-0FE7-F01A-D704-FF54F28EA9CC}"/>
              </a:ext>
            </a:extLst>
          </p:cNvPr>
          <p:cNvCxnSpPr>
            <a:cxnSpLocks/>
            <a:stCxn id="28" idx="2"/>
            <a:endCxn id="27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1">
            <a:extLst>
              <a:ext uri="{FF2B5EF4-FFF2-40B4-BE49-F238E27FC236}">
                <a16:creationId xmlns:a16="http://schemas.microsoft.com/office/drawing/2014/main" id="{29668E7A-43C0-BB20-31F8-3B9C4272BD70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691926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E747-AA34-D8FD-F78A-71D42C92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>
            <a:extLst>
              <a:ext uri="{FF2B5EF4-FFF2-40B4-BE49-F238E27FC236}">
                <a16:creationId xmlns:a16="http://schemas.microsoft.com/office/drawing/2014/main" id="{8E0705E4-C9F4-FBF3-6B25-C605BAFFDD65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1F808A-8C60-1AE9-271F-082DFF6A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56166F-AA1F-0CB9-00B4-04AD4B6F4353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分析流程：构造</a:t>
            </a:r>
            <a:r>
              <a:rPr lang="en-US" altLang="zh-CN" sz="2000" b="1" dirty="0" err="1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ConsG</a:t>
            </a:r>
            <a:endParaRPr lang="zh-CN" altLang="en-US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0698B6-93B6-7309-1E76-A744D3F58B42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FEF5E0-E2B2-D113-6C99-51916D95AAA8}"/>
              </a:ext>
            </a:extLst>
          </p:cNvPr>
          <p:cNvSpPr/>
          <p:nvPr/>
        </p:nvSpPr>
        <p:spPr>
          <a:xfrm>
            <a:off x="753558" y="4612726"/>
            <a:ext cx="2825667" cy="4034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3C32377-24A3-59E3-66D8-FBE5DE506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1A5C2D6B-169A-50FF-BBD5-15235141A626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1A5C2D6B-169A-50FF-BBD5-15235141A6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D707F2D-77C1-951B-4C79-65484A4F671E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D707F2D-77C1-951B-4C79-65484A4F67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49874367-3F7B-3D78-656B-816347219A3B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49874367-3F7B-3D78-656B-816347219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FC496DC-1FA2-8238-54B4-A07DA1CB7E50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FC496DC-1FA2-8238-54B4-A07DA1CB7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1C872045-BBBD-7FA3-EA29-C14B5609A83E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1C872045-BBBD-7FA3-EA29-C14B5609A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C98C7176-4997-0BF5-6D8D-C88132AB0672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C98C7176-4997-0BF5-6D8D-C88132AB0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4342CC9-6F27-FC34-3C0B-4D67B8712EC3}"/>
              </a:ext>
            </a:extLst>
          </p:cNvPr>
          <p:cNvCxnSpPr>
            <a:cxnSpLocks/>
            <a:stCxn id="20" idx="4"/>
            <a:endCxn id="26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07E7E96-0610-9E00-605E-590128EFE04B}"/>
              </a:ext>
            </a:extLst>
          </p:cNvPr>
          <p:cNvCxnSpPr>
            <a:cxnSpLocks/>
            <a:stCxn id="23" idx="4"/>
            <a:endCxn id="27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709CDA4-20F8-B9D2-02A6-DEA92371ABE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1A8ABB2-7917-BD17-4F44-68DF2DD8E9C7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87D6649-E3CA-B2CA-D659-47894156D3EE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B1C50C73-D62A-7545-2CE4-A37897DCDD8F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B1C50C73-D62A-7545-2CE4-A37897DCDD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6C2B75C2-65F3-AA6F-4C2B-FE58C3BC396D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6C2B75C2-65F3-AA6F-4C2B-FE58C3BC39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1F6A932-A68C-6375-D82B-44F0506031CE}"/>
                </a:ext>
              </a:extLst>
            </p:cNvPr>
            <p:cNvCxnSpPr>
              <a:cxnSpLocks/>
              <a:stCxn id="24" idx="2"/>
              <a:endCxn id="23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BCF90DC-0FC5-4BBF-BB7E-30282F32593C}"/>
              </a:ext>
            </a:extLst>
          </p:cNvPr>
          <p:cNvCxnSpPr>
            <a:cxnSpLocks/>
            <a:stCxn id="28" idx="2"/>
            <a:endCxn id="27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BAB79044-9BDC-B108-353A-FA531685C41C}"/>
              </a:ext>
            </a:extLst>
          </p:cNvPr>
          <p:cNvSpPr/>
          <p:nvPr/>
        </p:nvSpPr>
        <p:spPr>
          <a:xfrm>
            <a:off x="739024" y="1961612"/>
            <a:ext cx="2825667" cy="8251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43014605-84E8-6E14-5EA0-3DDAD3B1F0EA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43014605-84E8-6E14-5EA0-3DDAD3B1F0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2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5054EAF6-9271-9AFC-3F06-CE572757DA91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5054EAF6-9271-9AFC-3F06-CE572757D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3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9914F937-B8E1-7F2C-4B45-F02FFCA542EF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9914F937-B8E1-7F2C-4B45-F02FFCA54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4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B804432B-E8A0-EE16-72E7-DEBDDB0E7227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B804432B-E8A0-EE16-72E7-DEBDDB0E7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15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C2D0B50-11DA-EF1C-B250-CB86BF2CD6E1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73A85C8-E21B-39CF-B4E9-4EF3E8CD83AA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7CB0D22-D628-2EC0-A858-97597347CCDA}"/>
              </a:ext>
            </a:extLst>
          </p:cNvPr>
          <p:cNvCxnSpPr>
            <a:cxnSpLocks/>
            <a:stCxn id="14" idx="1"/>
            <a:endCxn id="8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507DD5A-5A5E-52B4-DD1F-75F410BD96F1}"/>
              </a:ext>
            </a:extLst>
          </p:cNvPr>
          <p:cNvCxnSpPr>
            <a:cxnSpLocks/>
            <a:stCxn id="13" idx="7"/>
            <a:endCxn id="9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标题 11">
            <a:extLst>
              <a:ext uri="{FF2B5EF4-FFF2-40B4-BE49-F238E27FC236}">
                <a16:creationId xmlns:a16="http://schemas.microsoft.com/office/drawing/2014/main" id="{87001FAF-0966-CF9A-140D-E913B48D9B48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207279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D0CE6-EE30-AA76-5D37-E02BAC2F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>
            <a:extLst>
              <a:ext uri="{FF2B5EF4-FFF2-40B4-BE49-F238E27FC236}">
                <a16:creationId xmlns:a16="http://schemas.microsoft.com/office/drawing/2014/main" id="{92DA92B6-17AE-1F53-818E-41BA3619D6D3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02DBD9-A6D3-AA79-759E-92B01914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11E556-6C09-D471-2B45-126BC9780884}"/>
              </a:ext>
            </a:extLst>
          </p:cNvPr>
          <p:cNvSpPr txBox="1"/>
          <p:nvPr/>
        </p:nvSpPr>
        <p:spPr>
          <a:xfrm>
            <a:off x="511661" y="935031"/>
            <a:ext cx="1096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分析流程：构造</a:t>
            </a:r>
            <a:r>
              <a:rPr lang="en-US" altLang="zh-CN" sz="2000" b="1" dirty="0" err="1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ConsG</a:t>
            </a:r>
            <a:endParaRPr lang="zh-CN" altLang="en-US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A9C4DA-19D7-EE6F-B6C6-1AB00E3D0F60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6E5CD81-4C78-0E0E-F441-82D26D20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A1C9AD70-9F78-7882-3882-D5D5393C81EC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A1C9AD70-9F78-7882-3882-D5D5393C8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FDA7DCDD-49EA-DA63-FF7E-7C669E244776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FDA7DCDD-49EA-DA63-FF7E-7C669E2447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384AC7F3-8D1D-290F-EC22-582BD448160B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384AC7F3-8D1D-290F-EC22-582BD44816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2E02B513-2784-4F85-C755-EB0239E5EEBC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2E02B513-2784-4F85-C755-EB0239E5EE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5E20C5B3-16A2-0BF7-DE22-2AB183DE7AA8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5E20C5B3-16A2-0BF7-DE22-2AB183DE7A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DC8E22C2-977F-E7BA-9C8F-3687B575EAB7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DC8E22C2-977F-E7BA-9C8F-3687B575EA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5153037-9938-C058-1593-5B24FA421DC9}"/>
              </a:ext>
            </a:extLst>
          </p:cNvPr>
          <p:cNvCxnSpPr>
            <a:cxnSpLocks/>
            <a:stCxn id="20" idx="4"/>
            <a:endCxn id="26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DDA950-5F56-6890-E939-751663F5F277}"/>
              </a:ext>
            </a:extLst>
          </p:cNvPr>
          <p:cNvCxnSpPr>
            <a:cxnSpLocks/>
            <a:stCxn id="23" idx="4"/>
            <a:endCxn id="27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300F5F-1D76-46AE-F5A2-C1C7E1D595CB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9A49F0A-7FCF-156A-5FDE-147F5BB1ACE0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4C69C48-E53F-7A42-23C8-E6833C82DCCA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6606C55-917C-5AA7-6755-72FC6668C425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6606C55-917C-5AA7-6755-72FC6668C4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0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79912ABA-9B1A-64F6-2207-785614A6FB3C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79912ABA-9B1A-64F6-2207-785614A6FB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DC55601-8EA2-6640-FBCF-A085BE6FF6BA}"/>
                </a:ext>
              </a:extLst>
            </p:cNvPr>
            <p:cNvCxnSpPr>
              <a:cxnSpLocks/>
              <a:stCxn id="24" idx="2"/>
              <a:endCxn id="23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497ED51-82F8-EDBA-F333-38FC0D9A1658}"/>
              </a:ext>
            </a:extLst>
          </p:cNvPr>
          <p:cNvCxnSpPr>
            <a:cxnSpLocks/>
            <a:stCxn id="28" idx="2"/>
            <a:endCxn id="27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26B440DB-CC0C-AEA9-6661-DDB9D470972E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26B440DB-CC0C-AEA9-6661-DDB9D47097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2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B638C82D-20E3-1036-F398-4153536E5E7B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B638C82D-20E3-1036-F398-4153536E5E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3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1CE7BD0D-E436-892C-F1FB-B6D0586EA588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1CE7BD0D-E436-892C-F1FB-B6D0586EA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4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C7C58A12-80CA-0C37-8B66-446BC23337FC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C7C58A12-80CA-0C37-8B66-446BC23337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15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5151E99-2D71-9DB7-8D3C-9DCD8A759A87}"/>
              </a:ext>
            </a:extLst>
          </p:cNvPr>
          <p:cNvCxnSpPr>
            <a:cxnSpLocks/>
            <a:stCxn id="41" idx="4"/>
            <a:endCxn id="43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45859E4-8C2D-2F62-15BF-4AA11155585C}"/>
              </a:ext>
            </a:extLst>
          </p:cNvPr>
          <p:cNvCxnSpPr>
            <a:cxnSpLocks/>
            <a:stCxn id="42" idx="4"/>
            <a:endCxn id="44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B1072FC-1131-D173-E0A8-AA32D6C6435B}"/>
              </a:ext>
            </a:extLst>
          </p:cNvPr>
          <p:cNvSpPr/>
          <p:nvPr/>
        </p:nvSpPr>
        <p:spPr>
          <a:xfrm>
            <a:off x="253733" y="1750423"/>
            <a:ext cx="434244" cy="3387634"/>
          </a:xfrm>
          <a:custGeom>
            <a:avLst/>
            <a:gdLst>
              <a:gd name="connsiteX0" fmla="*/ 434244 w 434244"/>
              <a:gd name="connsiteY0" fmla="*/ 3387634 h 3387634"/>
              <a:gd name="connsiteX1" fmla="*/ 59776 w 434244"/>
              <a:gd name="connsiteY1" fmla="*/ 2098766 h 3387634"/>
              <a:gd name="connsiteX2" fmla="*/ 24941 w 434244"/>
              <a:gd name="connsiteY2" fmla="*/ 487680 h 3387634"/>
              <a:gd name="connsiteX3" fmla="*/ 303616 w 434244"/>
              <a:gd name="connsiteY3" fmla="*/ 0 h 338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244" h="3387634">
                <a:moveTo>
                  <a:pt x="434244" y="3387634"/>
                </a:moveTo>
                <a:cubicBezTo>
                  <a:pt x="281118" y="2984863"/>
                  <a:pt x="127993" y="2582092"/>
                  <a:pt x="59776" y="2098766"/>
                </a:cubicBezTo>
                <a:cubicBezTo>
                  <a:pt x="-8441" y="1615440"/>
                  <a:pt x="-15699" y="837474"/>
                  <a:pt x="24941" y="487680"/>
                </a:cubicBezTo>
                <a:cubicBezTo>
                  <a:pt x="65581" y="137886"/>
                  <a:pt x="170084" y="103051"/>
                  <a:pt x="303616" y="0"/>
                </a:cubicBezTo>
              </a:path>
            </a:pathLst>
          </a:custGeom>
          <a:noFill/>
          <a:ln w="19050"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E98DBAA-87D9-742D-78B9-74F0B8D342A3}"/>
              </a:ext>
            </a:extLst>
          </p:cNvPr>
          <p:cNvCxnSpPr>
            <a:cxnSpLocks/>
            <a:stCxn id="44" idx="1"/>
            <a:endCxn id="41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FDFAEFF-A91A-3456-BF9B-BA59B01D341E}"/>
              </a:ext>
            </a:extLst>
          </p:cNvPr>
          <p:cNvCxnSpPr>
            <a:cxnSpLocks/>
            <a:stCxn id="43" idx="7"/>
            <a:endCxn id="42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B210F9C-E919-CCFF-C4BB-4559779E742E}"/>
              </a:ext>
            </a:extLst>
          </p:cNvPr>
          <p:cNvCxnSpPr>
            <a:cxnSpLocks/>
            <a:stCxn id="26" idx="4"/>
            <a:endCxn id="41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40015A5-3C90-9800-886F-FBF26F0A1B62}"/>
              </a:ext>
            </a:extLst>
          </p:cNvPr>
          <p:cNvCxnSpPr>
            <a:cxnSpLocks/>
            <a:stCxn id="27" idx="4"/>
            <a:endCxn id="42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958E547-7302-238D-CED5-5B4DCE3FD146}"/>
              </a:ext>
            </a:extLst>
          </p:cNvPr>
          <p:cNvSpPr/>
          <p:nvPr/>
        </p:nvSpPr>
        <p:spPr>
          <a:xfrm>
            <a:off x="753558" y="4990010"/>
            <a:ext cx="2825667" cy="2351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AEBD70-FB68-14A5-6064-0B521005EA43}"/>
              </a:ext>
            </a:extLst>
          </p:cNvPr>
          <p:cNvSpPr/>
          <p:nvPr/>
        </p:nvSpPr>
        <p:spPr>
          <a:xfrm>
            <a:off x="569173" y="1535985"/>
            <a:ext cx="3489023" cy="2351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1">
            <a:extLst>
              <a:ext uri="{FF2B5EF4-FFF2-40B4-BE49-F238E27FC236}">
                <a16:creationId xmlns:a16="http://schemas.microsoft.com/office/drawing/2014/main" id="{8CD7CEBC-3785-F348-2815-969743BFCFFA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051193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55096-EC92-84B5-2711-D807EE9C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1094F9-0F4D-8622-100B-637EE6FB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4B9DE5-6754-04A6-42DB-73727C6748EB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F7B5A73-CA43-AD80-219C-A7426F542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52CD3D29-A640-DEB7-EC69-8DBE5F30D1A1}"/>
              </a:ext>
            </a:extLst>
          </p:cNvPr>
          <p:cNvSpPr/>
          <p:nvPr/>
        </p:nvSpPr>
        <p:spPr>
          <a:xfrm>
            <a:off x="7987249" y="1018903"/>
            <a:ext cx="3648058" cy="6879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E3F13671-FCBC-E333-A5ED-6953FEDF3DB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B74D17-201D-7A9F-E3DA-9DD6648B90F7}"/>
              </a:ext>
            </a:extLst>
          </p:cNvPr>
          <p:cNvSpPr txBox="1"/>
          <p:nvPr/>
        </p:nvSpPr>
        <p:spPr>
          <a:xfrm>
            <a:off x="1654630" y="1923267"/>
            <a:ext cx="5330888" cy="3018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为每个点分配一个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指针集</a:t>
            </a:r>
            <a:endParaRPr lang="en-US" altLang="zh-CN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利用一个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工作表（</a:t>
            </a:r>
            <a:r>
              <a:rPr lang="en-US" altLang="zh-CN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worklist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来存放待处理的点，并逐一处理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对每个点，利用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集合约束关系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更新其指针集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若一个点的指针集被更新，则将其放入工作表中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6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当</a:t>
            </a:r>
            <a:r>
              <a:rPr lang="zh-CN" altLang="en-US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工作表为空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（即无法进一步更新指针集）时，算法停止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778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6075-969C-5378-22F4-AB412AA77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CE0D14-1819-A47E-DABB-76FA1C1C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1C8EA0-EB9F-6E79-3606-6AA1BAD5C4FC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BBDBD9-55E3-A809-A239-D1A8FEF5180F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38BDF71-777D-2662-6FF3-05D97F8AA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F40798C-03A0-E990-E512-623BCFB54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8109A962-7CE2-C147-F571-699786675613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F85E2EB-2463-3888-0E26-F405F8927D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28BC68FE-9975-743C-41EF-37B54893D4D7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371E3E0-CD45-0673-DC1D-503EC286E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CB769E1-5565-7632-A64E-623201FE8AEB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2C991701-9786-4C51-C394-C9D0D103D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37395137-B397-FE38-A7D2-920FEFD9F54A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E316895-4DD0-D9DC-77E9-61DF9FAEAD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D3B7BF42-4164-E279-BE02-0F136CCD3B39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BAB1EFA7-E546-52B3-CA58-7F56D00F9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3755D0FB-4AC0-5A8B-7BB8-3AC4120CC887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762B5742-B3A1-F5EC-BCEE-C76F6F9BD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22D9608-0722-E206-C2E5-F9081F9EE6B4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A7E1414-89B8-9898-9937-476100B638B4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3AE7756-F0E9-2A51-3705-A74984E62F9D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20097F7-7BD0-BB75-379F-8BE84093B94A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1D0631E-6BB3-B568-37D1-53D40E83EB52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1A2110C-17A6-BC8C-2003-4247A7869767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D5C29FD0-8B73-9D21-3B22-561CC717E1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A49D576E-56D7-C0A1-9D17-0BD635793458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AE17E294-FA2C-8856-1865-29EC48AE09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84A606D5-E7EE-A3AD-4275-89D2825F4B80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ACA156-83C2-5AA2-14DB-9798626B18EE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0FDEC0E-07F4-FB3B-8021-ACEB235C5CF7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D2AFF007-D7C4-827E-645D-824E13C05A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E5ED5D60-4E49-8737-2225-9BD6F7502F91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C6FD07C4-5AB7-B8F5-C439-A313EB5446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8C33CD19-2DB5-B28A-E536-7AB1E2EA333E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486A0B44-3BFC-458A-3B46-D7F358743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CE94C99B-E046-B942-54BE-EFC750EEB924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3CC0E30A-3F50-9965-6090-E846755D3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143197B-7E57-F4B1-C59D-875CB5350501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3641DA0-F48D-BB13-467C-E8475534AADD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0BB99A2-5AF9-B2F4-0D40-42F5F3E99CA6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5C6FF85-D194-BFA8-F017-F4698D4F60CC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491ED26-7E14-D1FE-607D-AD3E86210E03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5CF7CD3-1789-7258-BA4B-81000D47F0CD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B12EEAF7-5C30-77B7-33C5-BE4747626611}"/>
              </a:ext>
            </a:extLst>
          </p:cNvPr>
          <p:cNvSpPr/>
          <p:nvPr/>
        </p:nvSpPr>
        <p:spPr>
          <a:xfrm>
            <a:off x="7987249" y="1018903"/>
            <a:ext cx="3648058" cy="6879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925A71D-A5BC-48D2-0BEA-1E6BEDA3A2D7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E4B29471-F50D-0D59-5CB4-9ACE011AD180}"/>
              </a:ext>
            </a:extLst>
          </p:cNvPr>
          <p:cNvSpPr/>
          <p:nvPr/>
        </p:nvSpPr>
        <p:spPr>
          <a:xfrm>
            <a:off x="5094509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7F1F07AF-167C-46C5-37B1-EF72AC6199AD}"/>
              </a:ext>
            </a:extLst>
          </p:cNvPr>
          <p:cNvSpPr/>
          <p:nvPr/>
        </p:nvSpPr>
        <p:spPr>
          <a:xfrm>
            <a:off x="4988479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DEE98C8-B734-3039-3E46-7FC0D5F76F74}"/>
              </a:ext>
            </a:extLst>
          </p:cNvPr>
          <p:cNvSpPr txBox="1"/>
          <p:nvPr/>
        </p:nvSpPr>
        <p:spPr>
          <a:xfrm>
            <a:off x="5517851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266C266-2EFD-E6C1-94FB-2727C0E03C51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4516016" y="5489958"/>
            <a:ext cx="4724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3C5AE67-BC52-5E51-3491-A969725564C2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7128584" y="5489958"/>
            <a:ext cx="50665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38F7624-298F-E40C-75A6-D69A0221836D}"/>
              </a:ext>
            </a:extLst>
          </p:cNvPr>
          <p:cNvSpPr txBox="1"/>
          <p:nvPr/>
        </p:nvSpPr>
        <p:spPr>
          <a:xfrm>
            <a:off x="4385167" y="50900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31C1597-D81B-C89C-9BDE-D5288AE27173}"/>
              </a:ext>
            </a:extLst>
          </p:cNvPr>
          <p:cNvSpPr txBox="1"/>
          <p:nvPr/>
        </p:nvSpPr>
        <p:spPr>
          <a:xfrm>
            <a:off x="7022132" y="509940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1A4C2C73-63C8-06E4-BB7D-D3BEAD225C56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810078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0C99C-8C0C-2C8C-969B-A8AF3406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1576F3-85E1-446A-8BDC-7A5BEE50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47A873-6C00-3E8B-2AFA-F83E4822FFDD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0207AE-5286-AC05-BE13-403DE147F728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D4D9290-FAFD-0CB9-DD9C-387D4EE67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CFDBA12-B2C2-F4F0-5641-9E4D0352A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2E1E79C3-4D27-088B-31CD-663BD60A451A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F85E2EB-2463-3888-0E26-F405F8927D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5A22513-6EFF-4FB9-3711-FF1582780328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371E3E0-CD45-0673-DC1D-503EC286E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EF211CB9-2489-205E-F0C3-3C250279F5C5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2C991701-9786-4C51-C394-C9D0D103D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5C3EDB2-7001-A2EC-A340-C62C8C52FADD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E316895-4DD0-D9DC-77E9-61DF9FAEAD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7011755-31E7-0BCE-FBCD-84A31F8D3341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BAB1EFA7-E546-52B3-CA58-7F56D00F9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067B8AE2-0E41-8462-DA4E-83EE48084C37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762B5742-B3A1-F5EC-BCEE-C76F6F9BD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3796714-3636-B91B-558A-0D81F0AB78C4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4BCFCE3-2EB5-33F2-88A3-EEC010504D59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DD37178-0297-2400-1212-983D534FEDB9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9D0ACA1-298B-9782-FD54-660FCFC14DD3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0C3A5E8-4898-E14D-D63E-BE5EA3236980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9C57E826-4F5C-5F15-D045-5E52815CA937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D5C29FD0-8B73-9D21-3B22-561CC717E1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483E97D0-19CD-B05E-AF66-A34E34812AD1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AE17E294-FA2C-8856-1865-29EC48AE09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246195D-BEFB-8F92-52AF-FB9D3ED8ED73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AECF778-9F6F-1FEB-4493-625BF02F910C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535AC9D-671D-B574-EDC0-13F83C7A27BD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06884CE-E946-D505-3D6A-93CBF4168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70A2846-CF1B-156D-BB47-2DBC50C7AD89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F80C3A7-B61A-2AEF-2C1C-212A38D0C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704E917-C18E-37C6-9A1D-48485E5CB15C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E6285C2-BEB2-7F9C-08BF-60D400132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688C6E7-B7E5-4EDE-A3BB-8B6C60F7496D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585DC16-EFF5-5E93-EF2E-FC2DC98E3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8F1A7931-B30C-01FD-A950-57DB9AFE414E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D2AFF007-D7C4-827E-645D-824E13C05A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CE225EE2-BC82-7E33-8FB9-7EB20C9CCFBF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C6FD07C4-5AB7-B8F5-C439-A313EB5446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565A26E-F01B-A415-9EC3-7FFEDEE1D216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486A0B44-3BFC-458A-3B46-D7F358743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04C7879E-C749-84CD-5F72-632946D19466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3CC0E30A-3F50-9965-6090-E846755D3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42E5530-FC70-5FD7-26A3-E2480FF5DE2B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8706ED6-96D0-AC30-DA82-A11012012538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9A0A9EB-1D51-7B7A-4596-210C6353C3BB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59288DB-02F5-0605-6523-1AAFB33072F3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9E2408C-D6D2-13CB-1958-CBAC25359BC9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BF74516-089D-1CD2-E0A6-16D8143D92B2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4D2ADA0D-816B-E1C6-19E7-DBCE71F47635}"/>
              </a:ext>
            </a:extLst>
          </p:cNvPr>
          <p:cNvSpPr/>
          <p:nvPr/>
        </p:nvSpPr>
        <p:spPr>
          <a:xfrm>
            <a:off x="7987249" y="1672279"/>
            <a:ext cx="3648058" cy="5670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77836EF-73CC-7A85-26B5-AA701D5CE0C6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53218CA8-198A-93E0-9FE7-1FE31FD9B819}"/>
              </a:ext>
            </a:extLst>
          </p:cNvPr>
          <p:cNvSpPr/>
          <p:nvPr/>
        </p:nvSpPr>
        <p:spPr>
          <a:xfrm>
            <a:off x="5094509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79FFEBAB-8EA7-E7E3-F05E-F8FC68EB4CDF}"/>
              </a:ext>
            </a:extLst>
          </p:cNvPr>
          <p:cNvSpPr/>
          <p:nvPr/>
        </p:nvSpPr>
        <p:spPr>
          <a:xfrm>
            <a:off x="4988479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%b  %b1  %a  %a1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A656813-C4AA-2E9A-36F9-FF60D2506656}"/>
              </a:ext>
            </a:extLst>
          </p:cNvPr>
          <p:cNvSpPr txBox="1"/>
          <p:nvPr/>
        </p:nvSpPr>
        <p:spPr>
          <a:xfrm>
            <a:off x="5517851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B671BDB-9CAD-ECFE-A451-9B8B8CB0493B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4516016" y="5489958"/>
            <a:ext cx="4724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F329481-E16D-E773-B3BF-EC74C0E68726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7128584" y="5489958"/>
            <a:ext cx="50665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0801ED59-BB95-7B7E-4F29-C2A40E0AC6E1}"/>
              </a:ext>
            </a:extLst>
          </p:cNvPr>
          <p:cNvSpPr txBox="1"/>
          <p:nvPr/>
        </p:nvSpPr>
        <p:spPr>
          <a:xfrm>
            <a:off x="4385167" y="50900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D19A7AC-B2FC-C223-D062-3BBEF3630E40}"/>
              </a:ext>
            </a:extLst>
          </p:cNvPr>
          <p:cNvSpPr txBox="1"/>
          <p:nvPr/>
        </p:nvSpPr>
        <p:spPr>
          <a:xfrm>
            <a:off x="7022132" y="509940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E7C7025F-A34B-62E8-AD5B-F6BEF5BA7A50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97286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FDA7-16E0-D77B-10D1-30B77E19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C22514-B999-5E91-E797-5F786362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356377-9E3F-E344-1A81-591EA4731BDC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768D6E-A901-4DFA-2822-BD453C1A65A6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F5DB01A-0BB2-7531-373D-C60B1227C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69F701E-B72C-85FE-572D-67DBC3308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B3F270B5-C37C-C58F-4682-3685068E08DA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B3F270B5-C37C-C58F-4682-3685068E0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C73235B9-ADF5-B003-EB3B-3B623C47A3EA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C73235B9-ADF5-B003-EB3B-3B623C47A3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EB8413C-D64F-692F-687B-9048C96B3829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EB8413C-D64F-692F-687B-9048C96B3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8E287BBA-7433-973E-E7F2-EA44C8100163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8E287BBA-7433-973E-E7F2-EA44C8100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F2BF87D-8753-A06C-D950-2DCD3C2FB012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F2BF87D-8753-A06C-D950-2DCD3C2FB0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03BEEBB1-C304-7048-10BA-0ED923885EA2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03BEEBB1-C304-7048-10BA-0ED923885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69F1FB9-5215-4F73-ECF9-5165DFA1A370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DC6CC89-BB3F-4115-0D23-BDA6EB218D7B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D6B067A-34CF-577B-D088-9B47AF4CF0F8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C7EBE8B-4DF2-E7FE-FC0D-FFDA4224B452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A809D2A-B7D3-0887-54D5-30B1B0F03A4E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809CF7C-CB07-BF0B-9F09-A532CE171E50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809CF7C-CB07-BF0B-9F09-A532CE171E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CF12D40F-5CB9-807E-6F9F-F44E844E1EE8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CF12D40F-5CB9-807E-6F9F-F44E844E1E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B4D4C90-2232-3120-CBEA-5808F15AF59E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8108953-A788-FDBF-A1B4-86EC0B134803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DFA4F63-4403-80DD-1CBB-7F3DC6E37DD9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DFA4F63-4403-80DD-1CBB-7F3DC6E37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FBC8745-7385-15DC-A70B-F0E2734F7E96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FBC8745-7385-15DC-A70B-F0E2734F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1D49A05-9A3C-E168-7917-41767B452E5F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1D49A05-9A3C-E168-7917-41767B452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ACDE9B1-DD2B-1C33-D8D5-61C924795C84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ACDE9B1-DD2B-1C33-D8D5-61C924795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4C0A1FAA-D48F-8982-8853-946B521EC929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4C0A1FAA-D48F-8982-8853-946B521EC9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42983FC8-DAE1-17A8-F01B-6617EADF8EE3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42983FC8-DAE1-17A8-F01B-6617EADF8E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3437C0B7-44B0-8427-CE76-1535044DDD36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3437C0B7-44B0-8427-CE76-1535044DDD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5070299-680E-B77C-22F9-8F06A558B918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5070299-680E-B77C-22F9-8F06A55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6AD8D90-6B03-25DA-1EF5-F9CD8D22174E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CE03931-34AB-9D76-8511-61C7A5F356E3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0755B23-0DC8-BB78-B25B-0FD1BA19453B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7F9E2E5-ACF0-3C6D-164D-FCD6DBC075E1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69F183B-C959-920B-6539-5FED753BAF49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6D29D8E-0E8D-270B-C6F4-AB86A3F1E835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BAC0BF66-5A4A-423A-8B3E-F51F771B44B1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7211EA6-9354-7B8A-75A9-6A15D7A1C0DE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22C2BA7E-BEA6-A34B-875E-5847CE425E11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3D9E263D-28FA-6FC8-04F3-DAC5BCC2A6C2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%b  %b1  %a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D87B2FE-8801-059B-6EE8-ED2F55851362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4AA0181-BF4D-A02B-6650-93FF30C415AE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8C4BC74-C070-57A3-7702-EEB4B36A9813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E9B98ACF-E869-68B8-F2F0-071C8EC6B7A6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7391AA1-4819-2810-CE31-6704CF7BD9B9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7AE6C3D7-3925-9045-7C6C-FA6DE9F7AF57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1369FF14-F7B3-F921-BB8C-7E3CF7323164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379433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5B09-536B-FB92-D9E5-4AB7224F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8D4B04-86A6-AFDC-7AAC-3492787B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115A8A-0820-5E32-B9C1-83BCA855FDAA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D98A9C-4E6B-B24E-26F5-747663ABE169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42B8455-F6F0-DFA0-9DE1-F7F32EDC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080C6CA-B434-AAEB-5BA0-8ED9F37D7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6EFB8FA-6344-9006-521D-BA8CE0CE14BC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6EFB8FA-6344-9006-521D-BA8CE0CE1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C0076AC0-709C-F767-DFE5-2F0A3B1CEDB3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C0076AC0-709C-F767-DFE5-2F0A3B1CE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4CAA3096-D821-4297-7DF7-DAC9BEC82AF0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4CAA3096-D821-4297-7DF7-DAC9BEC82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AD94D954-DE29-A2FD-4E31-12694B4FCF64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AD94D954-DE29-A2FD-4E31-12694B4FCF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649547B-F141-90ED-A279-79DBD398FB53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649547B-F141-90ED-A279-79DBD398FB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6277E82-0681-44ED-6C52-9E6C4B635ED8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6277E82-0681-44ED-6C52-9E6C4B635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B0B4353-2652-2522-F9BC-0FADD2E81161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8E5979A-E91E-8D97-E9FC-7A34E1247532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DCC2C85-BF66-F59F-8CE3-55A407A3B54D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4FB1A64-1F31-AFCA-3F8F-B073DF60646F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AB0C754-6E6B-8F0C-3022-7740D4AECA4B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A0389B62-2FB0-0910-BEBE-16056404AA46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A0389B62-2FB0-0910-BEBE-16056404AA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DC916E6-14ED-955B-C21D-F13922BFC765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DC916E6-14ED-955B-C21D-F13922BFC7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A0C1FB4A-418B-3160-CFD2-590A2996AF65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E8461F4-089D-AF10-8519-4C526C82EF77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05E9FB6-429A-78C2-B4D4-D32EB7220CD5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05E9FB6-429A-78C2-B4D4-D32EB7220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434E641-0B7D-AD32-14A8-7906F0CFE175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434E641-0B7D-AD32-14A8-7906F0CFE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CE9C328-CF13-1FF0-06EE-66B457915588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CE9C328-CF13-1FF0-06EE-66B457915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89C648F-8FE8-2A27-63F1-64E823478679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89C648F-8FE8-2A27-63F1-64E82347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4A87F053-C502-830A-DAC7-5B1AC3D64311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4A87F053-C502-830A-DAC7-5B1AC3D643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DDAB3180-2144-C58E-9A63-748EEB2A1DA1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DDAB3180-2144-C58E-9A63-748EEB2A1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4B55B1A-5B24-3582-F345-B6171534AC88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4B55B1A-5B24-3582-F345-B6171534A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9599110-A027-DA6C-9E84-65BFD0C4BD5E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9599110-A027-DA6C-9E84-65BFD0C4B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A28D628-8733-16F2-C54E-A09185FF7263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E41367B-7A02-A119-7C3D-00B92B5D13AD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C18E904-7E97-1FE9-F950-7ADEC1747A8F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BCF16AC-C102-5B41-3899-C9A40AE9026E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48F8DEA-8B2F-9571-3317-87A16F458304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B2F91A2C-4012-DEA4-A218-5881C338357A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ED9C1CDB-DC90-100F-A7B1-D0B19DE18AA2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882D056C-A771-843F-D0BF-6472880CB274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0EBAD93B-A4CB-C7EA-A2B2-5F27447FC994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%b  %b1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445DCA7-C55A-491A-5B79-EBAA0E31F746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1B322CC-3535-5804-CD84-BE62C2E7CB0F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3364227-C3B2-F5FB-7231-8FC9DEF50D73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A6ECEC4E-D73C-C701-F3C5-CC61C9A924EA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EE82CBA-CA0D-E90E-797E-2579D1F870AE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5E4C6F49-76B8-07A7-BB6A-F1E01500BA0D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37C3E2-3EAE-C46C-A41F-3A4F901F8E41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>
            <a:extLst>
              <a:ext uri="{FF2B5EF4-FFF2-40B4-BE49-F238E27FC236}">
                <a16:creationId xmlns:a16="http://schemas.microsoft.com/office/drawing/2014/main" id="{D7A3F947-0D73-6AFF-A71B-BB0E00F4ABD0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230952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11BF-EFEF-2ED5-454C-50DD81AC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2A25D-A4BB-9023-C92B-F410A609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E4E687-C951-4E95-64AF-9966C33AA848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65E119-58A0-2C97-13D2-9CEEF452EB21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3B120F8-5CDE-2C9A-BA91-2F728ED9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BDAF87D-E733-3026-5DC8-25DD28A9D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D76DBCB6-A402-F080-00E8-0962056EBC8D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D76DBCB6-A402-F080-00E8-0962056EBC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81021F6A-AE48-A86C-78CD-144A908B203A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81021F6A-AE48-A86C-78CD-144A908B20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DA0D019-516C-7C81-E12C-535AF9063D46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DA0D019-516C-7C81-E12C-535AF9063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A8722FD5-0668-0AE4-8582-F0263471C8D5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A8722FD5-0668-0AE4-8582-F0263471C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BC8FE6E9-5BAA-783A-F4AA-84316C239BA6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BC8FE6E9-5BAA-783A-F4AA-84316C239B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F416E9E-FB95-0CF6-C7D1-03C3F5CE5946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F416E9E-FB95-0CF6-C7D1-03C3F5CE59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446D1B6-4D44-78BE-4546-CF12A899FE7F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5AE534C-E57B-D238-7448-FBD3A8BB4F72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0385985-8834-BDA1-FFC0-D8827BC80F15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869F515-D71F-9D08-42F0-00B183458D79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0B4AC93-6DFA-4DD0-9667-F97027B64825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B767160D-C8D6-833A-9272-B5A05CA139CA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B767160D-C8D6-833A-9272-B5A05CA139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3295A49-97B7-5039-D3ED-E0EF7185B1D5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3295A49-97B7-5039-D3ED-E0EF7185B1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BC1E7E12-4105-827C-7D8B-81D5F3E67B99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D087F2C-CF13-02C5-E195-CF1CBF12392B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8F3E59A-423B-AC40-1C10-FC7BC1C1AE22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8F3E59A-423B-AC40-1C10-FC7BC1C1A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1DF654D-B237-0F49-AFEC-C6DED1D542C9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1DF654D-B237-0F49-AFEC-C6DED1D54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5E34120-DF44-A957-A699-C4AD6C744BEE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5E34120-DF44-A957-A699-C4AD6C744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41057F4-1CEB-3314-04D4-67DE15305560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41057F4-1CEB-3314-04D4-67DE15305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EBEF201-8724-69F1-62D5-0785B8774789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EBEF201-8724-69F1-62D5-0785B8774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BC4F013D-EDAA-D4B1-E46A-5F2FA5B2B331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BC4F013D-EDAA-D4B1-E46A-5F2FA5B2B3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C48A8D7-B844-44A6-703F-BD56F9296698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C48A8D7-B844-44A6-703F-BD56F9296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0D41DAF-CE2D-4983-32DB-B251187E6131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0D41DAF-CE2D-4983-32DB-B251187E61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974E2C7-0E91-ABDF-AE2F-1F62E56D9A72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D49249D-9800-D5AB-5A42-9D5C119D190A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E07A045-0087-4F56-B67B-FB4FAEFCFAA2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557E95F-B15F-55A4-F097-56F4AFAA1CA2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8BE1D91-EFD2-C0CE-8412-1D04034DDB14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028CD38-F6FE-0546-EC16-BB0CB5171B97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D86ABE4C-5471-1FB9-EB59-57177AC558A7}"/>
              </a:ext>
            </a:extLst>
          </p:cNvPr>
          <p:cNvSpPr/>
          <p:nvPr/>
        </p:nvSpPr>
        <p:spPr>
          <a:xfrm>
            <a:off x="8365654" y="2705876"/>
            <a:ext cx="3290779" cy="8677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F7A6F94-DACA-34A4-4094-87B82104B9D4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E9B2F427-FB4C-9926-5D2B-7FFEEC075759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0D2C55EB-E890-AB2F-3A42-FD6451F770B5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%a1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%b  %b1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385927C-2029-F919-1B6F-2C17D1A27FA3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F438009-2EBB-3E20-ED69-8496648181C9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9D38B71-C552-DF58-ACD3-9834E86FDA4A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5ACBE43B-1658-26DD-3B91-FF3A75C56A29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626EC04-60B0-9574-174D-BE05EC8277D2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393A9B85-2700-F1FA-8A5F-1850933D75BF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37A669F-DB5B-0C01-C9D1-B2A1522C004E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6548A95E-78C1-21E7-FB64-1EF8EE11782E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>
            <a:extLst>
              <a:ext uri="{FF2B5EF4-FFF2-40B4-BE49-F238E27FC236}">
                <a16:creationId xmlns:a16="http://schemas.microsoft.com/office/drawing/2014/main" id="{D45B498F-4283-0F30-96D2-651DDFD12FD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4175470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F32D-EAF3-A2F7-061C-75608C05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266CC8-194A-5ECF-DE5D-E0E19919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C471B6-BEA8-9EFD-4BBA-547ED80BEEE7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0A1C24-91E3-0161-AC84-EB88B0A3E867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80D58B9-5F96-5180-8E46-4829BA7B9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5178D55-5E60-0299-94EB-1454143E4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EF68A227-FDA3-CB9B-6901-7873305B4095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EF68A227-FDA3-CB9B-6901-7873305B4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53CBDE7-2AD1-A713-94DC-3D3CC7E8901A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53CBDE7-2AD1-A713-94DC-3D3CC7E89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C5C8CB1-7B52-5222-2AC3-CDA90AA7CB1C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C5C8CB1-7B52-5222-2AC3-CDA90AA7CB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B27E06B-8B05-7D0D-4FC8-04E9979FAC92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B27E06B-8B05-7D0D-4FC8-04E9979FAC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14222E2-AC89-E9A7-11E9-C3D547A23531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14222E2-AC89-E9A7-11E9-C3D547A23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76A76D3-F39D-4CAA-5DB0-8A3D51B984BF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76A76D3-F39D-4CAA-5DB0-8A3D51B98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216D85B-49E8-C8C2-515E-F5150AA2A5E5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1F18587-9BF6-F0D3-7FE7-231C07BA85EC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0BE091A-5C01-3A64-22C0-37480E32D682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EB602FF-F67A-98DD-8D74-308239DC953D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A81E327-1D8D-E514-2B53-1BA1CD7FD365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AC89230D-7706-577D-A9BA-0755BAC0E712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AC89230D-7706-577D-A9BA-0755BAC0E7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9EB6C36C-73D5-18E3-B9EB-655A02C75398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9EB6C36C-73D5-18E3-B9EB-655A02C753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992DD076-4DEA-61EB-6FBA-93881FA8E4B8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679F828-8CC1-FADE-42BB-9CE9B4DF4436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74814F6-80D8-5293-46DA-4B82C7B38DEB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74814F6-80D8-5293-46DA-4B82C7B38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FA032B9-30C3-43CA-A722-3321CA3A504A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FA032B9-30C3-43CA-A722-3321CA3A5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EE8D4AA-689E-6F80-3748-269751AB7F26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EE8D4AA-689E-6F80-3748-269751AB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F9D0490-AB34-C55B-5EC1-3FA328DFD945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F9D0490-AB34-C55B-5EC1-3FA328DFD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49384187-B0C9-C04E-8809-62FD5185AEDF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49384187-B0C9-C04E-8809-62FD5185A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EE84FA45-7C49-3115-F7C6-DA4E1AAD835C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EE84FA45-7C49-3115-F7C6-DA4E1AAD83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A0F2D5B-0789-6280-B85F-382982A67E9F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A0F2D5B-0789-6280-B85F-382982A67E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A98AB5FD-948D-CBE4-3EFB-71AA7AAECCE4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A98AB5FD-948D-CBE4-3EFB-71AA7AAEC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1C4D2D0-475A-56C0-C119-5D3826BCC641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F86E531-CF43-4005-8A9A-10C510404C4E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9AE7457-757D-AD13-43DF-587B24B39FC1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AEAFCE9-073B-A755-7552-13A8825CBA41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5148E88-7B1F-370C-DE78-2689314DF37B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DE9313A9-A25A-3295-48E0-451223A47973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78DC80C-5444-E43D-BF05-2EEE6FD48140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9940F10-EC5E-EFEC-F15F-8ABBD052C14E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443D56A2-5C20-81C8-1B0F-55ED5D0206F9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FBC8EF07-5660-722C-171A-05983C0E5E01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%p 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%a1  %b  %b1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D63C576-8E74-D885-2CE4-B44ACB0ADA05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7662D77-1B50-7852-1DC5-D07D4DD74170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88400E4-DDC8-8824-97A7-0F515AECBD2E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56900192-0FC8-BFCC-001B-0E9931B458E0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E3185DD-D177-2AFF-753A-FFA60FF2DD61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34F835B6-1C02-948D-5E76-30ADDFFE1D07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AA7396B-EA39-4C89-8D29-E49881308035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DE6A3D1-F40F-CF13-F48E-E85E7EF0EDB5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DE6A3D1-F40F-CF13-F48E-E85E7EF0E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C8918971-D0F4-AE74-F603-64DFAA0F1E2B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11">
            <a:extLst>
              <a:ext uri="{FF2B5EF4-FFF2-40B4-BE49-F238E27FC236}">
                <a16:creationId xmlns:a16="http://schemas.microsoft.com/office/drawing/2014/main" id="{F715B978-6A8F-1F68-6E75-ED0259E0D233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448019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1E89-4D1B-34C8-1E38-F21A60C2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AB42C2-5B2F-453A-722F-9DFAEEA2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7A2E85-E2E5-2058-A46A-3CF294C179FA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E188A0-7D8B-8301-000C-CCFDD52AD00A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C1B7BAF-1321-AD8C-A4DF-AF2F3FE1A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F515AD9-F988-E900-81B2-2E039BD74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509613D3-0AF9-668E-D614-01D2307948C5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509613D3-0AF9-668E-D614-01D230794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4ADF45E-7D59-77F1-53E8-CD25053E1C92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4ADF45E-7D59-77F1-53E8-CD25053E1C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B6324996-A842-66AE-23B5-B126475B78A3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B6324996-A842-66AE-23B5-B126475B7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B74F0112-AD57-56BA-69B4-6BF37E0A4230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B74F0112-AD57-56BA-69B4-6BF37E0A42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063B0109-B4A4-6B44-BC70-AC6104E9891B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063B0109-B4A4-6B44-BC70-AC6104E989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380D8A7-DC49-8D2A-3BC0-50B6DF8108DD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380D8A7-DC49-8D2A-3BC0-50B6DF810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406785D-022B-B9AF-124C-48A931730B95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6BB380A-5C68-BE6E-2755-8356532748CF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E14365B-CAB9-A78F-29C5-D387809B7D94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D71E1ED-79E1-BEBB-3027-6F96FA25D080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00DC237-9995-D618-F069-0CA465338ADC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DE429D14-6F16-A7D7-3FB4-91EFB98C375B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DE429D14-6F16-A7D7-3FB4-91EFB98C37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C16CEF0-6B4C-ACA3-7E5F-2F8687BFF242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C16CEF0-6B4C-ACA3-7E5F-2F8687BFF2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B69CCFE7-6A56-2546-2898-06A1728C38D8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DE7DDA8-5442-526C-FAAC-2D7529C791FB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FD7AD1F-FF0F-F493-8FCC-494931C82E00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FD7AD1F-FF0F-F493-8FCC-494931C82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C41266B-7D39-10BC-12AD-FEB51EFA8E8C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C41266B-7D39-10BC-12AD-FEB51EFA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A057E9F-AE89-58B9-66BC-03EA50495AE7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A057E9F-AE89-58B9-66BC-03EA50495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155C6FD-975D-C209-2F45-C0C73B525AD6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155C6FD-975D-C209-2F45-C0C73B525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DA4032E0-BA01-4845-6405-278DC4C70044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DA4032E0-BA01-4845-6405-278DC4C700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06496801-6424-25C1-5ADD-F67896F6D538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06496801-6424-25C1-5ADD-F67896F6D5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D2232E-C1A9-C50B-3906-1DE7089763E6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D2232E-C1A9-C50B-3906-1DE708976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9514A933-DFF5-14FA-15C2-BA325A81167A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9514A933-DFF5-14FA-15C2-BA325A8116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AFF6EAF-F6C4-9355-08B2-9931F819AF58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E3800A1-36F6-CD34-4F6F-7F43A9B73186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A7D00E7-40B5-A917-4CF6-52394BD883E1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EC1885C-00BA-ACA9-A791-6221BA42FB5E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259EC54-BED2-76AA-198E-57FC35AF1FF1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8B6BAA4-3875-E17C-88D5-F68C9357AACE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C70F243B-3862-7A26-9E46-C5D6BAC2BFB2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614776D9-1960-3272-D3BB-DEA992F1100F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D34B321A-C142-8DE5-FA3B-B90B0C9C02BB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%p  %a1  %b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2D6D1BA-13B8-B5ED-4541-23C8C2C1F3D2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E0CF3A3-4476-FD9F-A941-D1A981818316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9B0B8DE5-E14B-33C5-27A6-A57F3794BF01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C80ED73-2A77-2CE5-869E-4A81835B95B1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2C0D817-5BE7-D025-8653-DF23D63A1D8B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20A58533-0E9D-CD34-BB32-F9E433205F77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%b1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A495A6B-A31E-62BE-BEB6-9D6ABA31EDC6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CEFA7B0-2666-A03E-34C8-BB37DE5B619C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CEFA7B0-2666-A03E-34C8-BB37DE5B6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11647017-D6E7-C703-8CFE-241F7D893027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1">
            <a:extLst>
              <a:ext uri="{FF2B5EF4-FFF2-40B4-BE49-F238E27FC236}">
                <a16:creationId xmlns:a16="http://schemas.microsoft.com/office/drawing/2014/main" id="{69F80C37-02E7-CAA7-6207-B6C25D65DDF8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540919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139E-04BD-218D-03F3-9CD06AAA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D0550F-DFF1-EE71-1FB5-33487DE4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63A251-2289-C902-2E20-DAC1207C740E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58E79A-767D-55D7-EA4F-8AE608A6B6ED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47FDBFC-FFD2-546A-9E51-83BCC77E0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4A71388-6E54-8409-0AC0-3421970D4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31574FD7-9822-CADD-ABBE-372F236E11D3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31574FD7-9822-CADD-ABBE-372F236E11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1F1CEEF-7B1B-AFAC-0910-6B9D44BA3186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1F1CEEF-7B1B-AFAC-0910-6B9D44BA31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042E5B3-D39E-7E33-57AB-C610FF8CC161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042E5B3-D39E-7E33-57AB-C610FF8CC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5C60C35-7A63-4382-A798-192BA0B1C7D6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5C60C35-7A63-4382-A798-192BA0B1C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DFDE895-94D9-15DF-8085-6AD1F869CF88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DFDE895-94D9-15DF-8085-6AD1F869C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4E71A73-31F5-ECD9-2902-D44B2F4ABFC9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4E71A73-31F5-ECD9-2902-D44B2F4AB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0B24679-9874-A99F-644E-C7249B8F024D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730EF9D-AC2E-7C85-C0C5-F3AE24014CE4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3D875A7-133A-A79B-5777-31C001264426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314787E-6A01-1B8B-6D32-2B30E87A30F7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AED39AA-FEBF-F395-3814-EBD59378E552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F5650FF9-2F18-180E-8489-B8C5EEFA5D3F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F5650FF9-2F18-180E-8489-B8C5EEFA5D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328F59B-E3C3-946E-DF23-20A9ED8C69F2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328F59B-E3C3-946E-DF23-20A9ED8C69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A8C0FC48-D443-76CB-1085-AA47015C193A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046391D-8256-3B42-C807-7B6D356A84BC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EDDD71C-2F73-D673-F1B6-39E5A2E00E95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EDDD71C-2F73-D673-F1B6-39E5A2E00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C84EF57-3660-17BF-66AD-05FA90079BDF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C84EF57-3660-17BF-66AD-05FA90079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0B70B63-CA8D-D470-947F-843A6A2F9360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0B70B63-CA8D-D470-947F-843A6A2F9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4EB336B-6A38-FBCC-3A51-5CB49DFF0FBA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4EB336B-6A38-FBCC-3A51-5CB49DFF0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9916B9C1-9714-76D8-6BE9-7ADEBCA26D9A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9916B9C1-9714-76D8-6BE9-7ADEBCA26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9473EEB7-E3A5-A2BB-1A65-3BFDEC68D2BE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9473EEB7-E3A5-A2BB-1A65-3BFDEC68D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73EEAE5-6A28-7464-C050-18E68A50AC03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73EEAE5-6A28-7464-C050-18E68A50AC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3846E0EA-B864-0CE7-E4AC-425C95C50BE0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3846E0EA-B864-0CE7-E4AC-425C95C50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B487942-EBA8-6DD6-7D1A-D7DB1E040845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6E4FAFD-8AB6-B4D8-04BA-344DCFD923A9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CD61144-E68A-100E-2357-CC668F950A66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A660E19-49BF-17D7-DAC8-0B632238EEA5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E6FACDA-16E0-9891-693E-3BCC07D094AD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C80AD8E-9C3C-6C8E-6997-299E78BE1F7F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B4C374A-FAE9-3878-A917-FB7EDAD069D2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F659D6CA-2524-6A87-F01F-B5FF60ABDB9A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068681E2-DE59-F7CD-0273-3AC7C3081AB8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%q  %b1 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%p</a:t>
            </a:r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673BC28-F7A2-93E8-B66D-BB06D02F38DD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E1D60264-5ABF-DD76-A697-34E22A881E90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E2CA24C-DFE2-0DA9-310E-0E70C618A86D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CAE3A834-4457-7846-C875-B7F0406FE3AD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E6D487B-E984-75EC-D8DA-DEDC723AA637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7878BD81-CE7F-C21B-BFFA-ADEBEC1CB7A1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%b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9CC1202-159A-F7A5-D6DB-17B976C1A459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763D760-1E08-EBC8-FA4B-178CBFF6C2D8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F4CE829-967F-15B1-9AB9-0EC0BAF5EE47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F4CE829-967F-15B1-9AB9-0EC0BAF5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44AB369-8BFE-5AF1-40AD-54E8072D3EC5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44AB369-8BFE-5AF1-40AD-54E8072D3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EA4687F0-CA22-A7E7-CED7-E20D6CB735A3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286C7F-E3EA-7732-3B58-52BC5C84E54B}"/>
              </a:ext>
            </a:extLst>
          </p:cNvPr>
          <p:cNvSpPr/>
          <p:nvPr/>
        </p:nvSpPr>
        <p:spPr>
          <a:xfrm>
            <a:off x="8365654" y="2705876"/>
            <a:ext cx="3290779" cy="8677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4B6BD2-DE99-668E-159C-46F32BEA3B2A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19FFF76B-DCEB-D244-474A-7A0AEDE50732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226004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139C2-9589-6218-BDFA-494AF394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BB8356-0258-CD93-3F1D-98FD462E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826005-41D5-B38B-F4EA-1DDBACA3B393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E6EA92-5495-5673-47E0-A273983BD151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917E54C-9257-168A-9883-763FC9513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27A56CC-FCBE-8DDE-CDED-C7B01FDF4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E519E6B-59A9-24CD-DA5A-3A91E5D0DD7E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9B05A57-AD7C-C9DA-8858-78451B9C2A6A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6E04CD3-C34D-E0AC-A09A-A33F71E34434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2DAA211-3222-61D4-FC87-B848E7752BB5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5F28DC8-E362-9649-7FEB-047D1026662A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8E868BCF-12B7-5039-93DB-252A6BD13D77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EF0D816-54D2-4A81-3FC6-F82C49310F23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F39EA66-550B-AF69-4B1D-541615D330BD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5AB4C55-C36E-14EB-8E2A-54012E914946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DFC988F-B8C5-9979-B989-47C760E477D2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4B10BE8-2984-E3C7-85EC-3423515F82F2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E8DCDF7-FF3D-40CD-E204-BF0E6D68B585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37E8269-8EFA-6D58-58FE-CE746D3C280D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35EEE03A-05EB-4426-E454-AB9511788378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799840B6-89E0-1E25-E092-960B784B71CD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6F8CE6B-9F71-2DDE-E7AE-3F71E747F9CA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58F33B7-475C-76DC-6C2D-97BC4B44C33D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F537EC0-AE20-491B-CE62-70FBA91E11C1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CE8089C4-902C-F601-BB3E-E705B283E2CE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D3A57FA-CCCE-C8E2-0A37-2069C964FF26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74E6818B-A962-1860-2EEC-2F6E8454C230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88928AA-8846-FD50-DDF4-F1CD7616DAFE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84B5648-5390-3131-E8B7-6C711BAAE0CD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A2CBCE57-1C04-0862-13AF-1B662D7C508D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%q  %b1  %p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351E0BB-0C87-AE45-92A6-6F2B8A2F5DD5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351E0BB-0C87-AE45-92A6-6F2B8A2F5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6EA32957-426D-5691-B6DB-5721053BE123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A4544D5-43FA-1C55-6F94-8B88D19E90D2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C87445F9-D469-7EF7-6B6E-9E23BC232D3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4291187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8CC1C-BE3D-EA04-183D-3B8B89CF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3AA408-2148-4A6E-85D5-50F61B47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741F72-7B33-86D5-8634-214BBAEE74D4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755A46-1B56-01D2-3C2E-7EB5979E4A8A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E309B48-2BD5-C507-C4E5-FE6707F48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EBCBC60-4267-4A42-5093-DEC523E8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D2D3202E-0B0B-AC0F-B588-53AAC435314C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CF5EBAE-35A4-8845-80DC-072A032C15AF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12B3556-6AD4-1070-A99C-7BFB60A7BE53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E36AB5D-1CB5-3078-A428-4B65E08A54DF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BCB41371-0F2D-1A78-18AA-329883172439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7341D21E-0BC0-258B-EB6C-2E3E6F8A306A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9AF6714-026B-C8EA-D285-D979673EFF7A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DC2AC29-1157-2F61-CBFC-577D8FD9203B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877E89C-3AA2-79F6-F11F-A4F6D9B82DA5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C2E60A8-2835-F6D6-7400-802FF63CC4EF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1600075-F628-EC81-9B86-72B129CF1752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B5F8066-0DE6-CCD5-5AFB-B3C6E98BB164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0D8D6016-A1B8-1054-6406-8EE2BD0B4D34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B00F211A-9EE6-E9EA-7E0B-20B7376AA18D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7E75E8E-6B2C-9B2D-8E2D-98C339605F42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EB3CA3C-3202-B14F-3189-003AC87B548E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A02738E-3E5A-310B-5C1A-72B279483645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0441CF6-F5C3-D360-0BEE-40716682DDDD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244F574-690D-018C-4AEF-C74901776590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6873CE7C-A4B5-5CF3-3442-B70FF05A3A98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E5F68AC4-3835-507B-2206-63189C707518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8A44365E-F77D-CB0E-448E-C670C30F1D40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80A69B3E-02AA-A3DF-0100-5B612E747559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9F8F0E4-4E21-E8A0-89BB-C75BA18EEBE5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BDF78B0-FD33-7D5C-91B8-CCFBBC22936B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C67AD34-ECD7-B2CF-97D7-632D619D46C5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6552E65-7510-A718-3D8B-E52EEDD2C345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E39BB32-1366-29DC-91E3-2033AAB5CE8B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9C1AAC8-89AC-781D-9DEA-7F23F99D36F9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E948BB89-5B4C-A9BE-A4FD-B486595BF024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14854070-3CCD-9E94-9E23-F76F3B00CF5B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6C3FA9-DEEC-038F-24A7-D276BD341C55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BB47108-28EB-A9C4-3626-EBFB5C0505B9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DBB45C7-51ED-1B07-D428-408A0BE7E325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F466CBD4-0E08-BE5A-E235-0B1FCEC85B0E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D25C0E7-8533-46DA-1F1C-03E255728ECD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33063003-2125-E772-684C-CB7F03B81D46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%p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761A945-A41A-799C-2C54-37B1D664ACE0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A5B04BB-7AE1-F9C2-9AF6-D9BE5E719535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ED817837-3F63-8B81-CC9B-336AD60833B7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O2 %1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O2 %q %b1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5A1170-65B3-0150-6BAE-4F2975D48EBE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F60A3BC-3A2A-AB50-3012-BB050422C598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30EAEF5-4522-E8B9-ED9E-1B0996576543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30EAEF5-4522-E8B9-ED9E-1B0996576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51F0CD8D-F82F-EEA6-D172-52BBC73FB3FF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911522D-ACD9-BA81-E616-D49E1CAB2CF8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3363E797-6B13-B9AE-C2F9-1CCB064047B2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B8781CA-376F-FBAF-C92E-2A66ED005D21}"/>
              </a:ext>
            </a:extLst>
          </p:cNvPr>
          <p:cNvSpPr/>
          <p:nvPr/>
        </p:nvSpPr>
        <p:spPr>
          <a:xfrm>
            <a:off x="8365654" y="2705876"/>
            <a:ext cx="3290779" cy="17093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 11">
            <a:extLst>
              <a:ext uri="{FF2B5EF4-FFF2-40B4-BE49-F238E27FC236}">
                <a16:creationId xmlns:a16="http://schemas.microsoft.com/office/drawing/2014/main" id="{41274D9A-7CF0-B0F0-63F6-5BC73E7E6166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15095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3601-85CB-EA2D-58F3-5B737DF6F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99E6F7-5C12-001B-5237-5B84BE96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C6DBA1-B6F3-5CA9-8835-330728927EE8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D00597-5F88-8EAD-B685-6362E7B7C875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95FF667-BC89-9888-E411-F6C84B845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1BCC6D1-7861-DE52-1CAF-9FAE54410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8FDC6A0C-DCE9-AD82-6BFD-708F031212BF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0737571-5171-4B4D-A583-4E745570D1A9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B1DA4048-BA07-73AF-91AE-F6B77E2868CE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DDDC11C-A928-9AEF-3F5D-50E36791834F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4482F821-C3FF-3593-1692-AC06508294D2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8DB38A4D-DEAE-E672-2C12-564B195702B7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27C9D8C-B196-66A0-ABB7-88692B22533A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5FCEA52-5402-5E59-A51F-F3E842045F6A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9B49241-9F39-09B4-FC2A-BA5C68F85386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80D5746-1815-FF99-C499-1B72885C3415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CD2560F-429D-A533-8CFA-9D575122E53C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4524D32B-9F78-FB78-8F29-A88A1590A25B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8496833-79CE-DA52-2AA0-AFB1D46D84A6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E1A5E45-A81F-5EAB-E9EC-51984728D4BC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41F72AF-9E11-CBFC-7A13-CB287F586A6D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7D6FFE2-364A-8612-2A3D-7A5C43BCDFAB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D958650-8D34-17C9-42E5-EFC708A9B9E0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32D90AF-86D1-CB37-CA81-9174D123B4FC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6FB2072-9D71-20AB-F781-6466444EFE21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87DCB399-F925-BD27-B5CC-A5D427C4CD59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E84FEC-8540-9D27-1FFE-AC3B86B9B8A6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E13125AC-C0B0-4342-11E6-9E627A366916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83C243DC-6060-D751-A7AB-0F12CEA42F53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320FEC8-CAA8-939F-3A74-B67E26C9C0B9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B46E322-3F8B-D767-3A59-4F7BC62CAA22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707F25F-36A6-DE78-EA7F-F4080447DD25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03306E9-8CE3-4C68-A52A-F67B2D80224B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11E172D-9F19-2A1D-B994-E2CD429E8683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3FC36904-CF57-C740-FF3E-2E310825C3BE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78DB64E3-10ED-B14F-C18F-E91624F4FD1C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D65C1703-D20E-34BB-287B-3D99F45EB066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350A334-80AF-967C-D3BD-52D656221851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1B9F2DF-627B-890C-8FAB-066DE63A297C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E7446A4-E0FA-12BB-D608-3F57F12D2BD8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A082621D-1679-D46E-700F-CEE53B7E9D2B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C88880A-CF8F-3FC3-5957-BB6A1A1D9D74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3FA1AF3D-E163-E2A0-008F-03748E06E087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%b1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AE719F5-4DC2-F068-A642-BE0166260D70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8C78882-4308-5537-569F-FA150DB5C6D5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8F976913-AFE4-6945-79AB-54ED7D0CC4E6}"/>
              </a:ext>
            </a:extLst>
          </p:cNvPr>
          <p:cNvSpPr/>
          <p:nvPr/>
        </p:nvSpPr>
        <p:spPr>
          <a:xfrm>
            <a:off x="4626394" y="5338627"/>
            <a:ext cx="2140105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O2 %1 O2 %q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D05EDD9-BC0D-8E17-ECDA-3FC4A800F5E0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20EB43-0E26-7A3D-6DF0-0D02A73D898B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1B72BA-DBA8-091D-0AE4-3A8DD497479E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1B72BA-DBA8-091D-0AE4-3A8DD4974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8B61BE6-6589-DED7-7014-19ABA45D05F3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7891158-7628-55D2-4E36-CFEC8D513199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EA9523D-0016-785B-D7FC-BBC57C247B9D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EA9523D-0016-785B-D7FC-BBC57C24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矩形 50">
            <a:extLst>
              <a:ext uri="{FF2B5EF4-FFF2-40B4-BE49-F238E27FC236}">
                <a16:creationId xmlns:a16="http://schemas.microsoft.com/office/drawing/2014/main" id="{E3E24696-73EA-F3D2-C778-5AC26E87AB81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7C5C880-68FD-66B5-F844-84E0914483A8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6EF02F8A-793F-EF45-8209-CCE92CF40248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294752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59A6-0C19-C8DE-CB9D-3AD1D3F4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B73068-93B6-AB83-A3F1-18A92A0C2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0A95BE-6090-A8DB-4AFA-3815E7476669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141011-A682-F422-1E5D-3DF1FA4B8EE1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87B306-4823-80A3-0939-3AC45775E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2B8F4D3-C8DD-A9B2-2AD7-E76A8AADA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DCEFDA62-61EE-1C7E-23EB-4005C2C6F252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923B8FD-B204-4D3C-0CA0-A31937D52018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B1AD038F-24EE-1D0F-2691-F8B68B8EC39E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46F78E54-7156-7092-1619-BCF70340E641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5419C56-BCA3-F1CB-B2F9-5E1A2F98F107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E960970F-B2E8-5721-0DB3-98D135556D37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31D200E-20AE-31C7-18F4-B008C4D71D7E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033D43C-CD5D-AA57-998D-BBEE45E52A25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DA03115-8036-1AEA-870A-C3A79C6BEDA8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FF20D73-C2A7-FD35-8E67-5666F59A0291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BF5939C-F300-EE44-A5F2-B487DBE406BF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369ACABC-89B5-2603-8E35-57BC847AC2D8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0B560D96-8A71-F543-B97F-DF4683BD290C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5003D7F-ECC3-CA24-7D06-580E168866AD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CD9CADC-299C-FE8C-B1EA-246A3F7364B0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BCC8594-90E1-6ED5-E125-13DBF6E4AEC6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95439DF-515C-D7CA-8D13-52711906543E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5C45CE2-598D-D7C4-0A0C-7CD3E55E2E62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265A65-B0FD-D2EA-70FB-177C5D57E474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D48F537-61F2-2463-AC93-27294E22AFD0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9E6A6089-45E6-4B7D-FF61-BE7C38AE7ACF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DDDD610-53BD-2C22-45D0-2375FE26CB6A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CD3CB52D-0AB6-B674-1DED-5AECD53F56DC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B30146B-967B-7A38-B255-C8996450DF8D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FD5E37F-D03C-4F20-9C03-FC64926559C1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4B5B85B-EF43-3E3A-CCC2-593F5C8E6F2E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1F8D4BD-50E0-7CD5-8381-305A031EFF75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0DB1018-E488-8E24-4676-9F868B9F0357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0C2A139-598A-9ED9-8182-91D103E3D00A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A80C37D5-8A08-DC3B-2ED7-4D67D97769FC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F58464E6-8483-BDC1-A772-FF4A01239D84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0AA5C7C-DC7C-5725-DE8A-3D76530EB09D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DE5CEF8-0372-8E92-61F6-9B4D7DAC5533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4CE74EC7-7262-BE14-F55E-E46EF5E1E0A6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%q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64D8085-7FCA-ED1F-3BB9-1B4B5122D3A4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114BD0F-F424-9B37-BE93-DFA1A982B052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B23C01DA-5412-E4D7-64CD-C2C8B39744C3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O4 %0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</a:t>
            </a:r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O2 %1 O2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A38AE5F-DBA7-ECA5-68E4-364A45486A00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3C45C2C-ED73-B079-0B24-1C8BC0F9419A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F7F69C1-B2D9-6B65-B022-A39B8C854B8C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F7F69C1-B2D9-6B65-B022-A39B8C854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2BD07C0C-E5B8-5E14-70F3-05D1C1FF8B13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126BF05-9DAE-2433-FD16-12E392D07FE1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B54E6AA-26B9-7C78-96EC-6829446D0C9B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B54E6AA-26B9-7C78-96EC-6829446D0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EB87376-66F8-43E8-502F-A1510CD5C3E3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566EF34C-1F32-B97B-0EB7-15140A196BD3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BB1E590-727A-A572-F442-8B17E2668FC6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AEB9029-BE8B-6359-EA99-4F53483DB760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F4C78F6C-58C3-6878-9F66-9BE60779FF10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5EE6765-3B7E-1DC2-5EC3-4312719A4C07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C80B7A1-B0E2-CA4E-0298-FB1349143814}"/>
              </a:ext>
            </a:extLst>
          </p:cNvPr>
          <p:cNvSpPr/>
          <p:nvPr/>
        </p:nvSpPr>
        <p:spPr>
          <a:xfrm>
            <a:off x="8365654" y="2705876"/>
            <a:ext cx="3290779" cy="17093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72C3B00D-9AFA-36E3-AA29-3FB4FF4B2711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44776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258F-0490-F86B-1F81-9BDE65A9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08757D-4934-E710-5907-F034B616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EEDC2F-ED4E-A512-BDC5-09BC828D7729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90126F-6927-C3E9-42C4-A5F18825DA2D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6A9EB2E-298F-2629-CBBA-FDD361D06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C63B05-0B07-7021-71F4-42C0A9AED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A23CF10B-256D-2C9D-7E57-713CEFF64413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CC4D55CE-C18F-4D35-6590-F6DE0BEDB376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44B52AB-4561-86E7-B005-590915833792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D9C3C67-8788-4138-E871-C99F3FD8A556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AB542F22-425B-B4FF-AF88-53F49206E51D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BD6589CF-1837-F59E-8D40-60C03A548ED4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FD0CE9A-0EBB-CCC6-61A4-39D07F511E18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080EF83-177A-C187-40CA-0941FA31265D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8DE0EA4-6C81-AE40-6EB0-BD0999858AFB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6A9F71A-9C8A-3B56-4AAB-DF189C2F50D2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45F7787-2BB6-24B7-9224-7648DCA525BB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4583E2E9-A315-DDF3-4834-F750511DB0B3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E46DFD32-7D53-434C-0318-F8D7FC713CD5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13C122A-9B29-68CA-8174-C64FDAE46A5E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DE068A4-A615-0ECB-E429-C279E2B979CE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2FD3D3E-CF2C-AFEE-3AAF-C0AA36E2E96D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57934F8-F23C-4703-A7C4-A16A3C470CDB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61AB92C-E72F-C2B6-CBA1-4A2E4D15CCC7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A12517C-505A-403C-64C6-4620C3CFB93A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11A94131-D4C1-3A42-C4D2-7C4AD19CD5E2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314D0395-838F-5765-16D0-6E9626500152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9098F0C-CE5A-899F-D3C9-808344AF0536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C316B0E3-CAC2-39D3-5246-43F99DCA43E9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EA8E81E-C75C-4E0D-F7AD-242AE498C659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DD2A2F0-98E8-9E7E-B6B5-9868A00845F9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C0C3FED9-09A7-FF73-D2BC-04DCF02DCB08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7DAF4E6-2B18-4C3B-A316-DD80F49E5D6B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86608FE-4552-E026-CEAA-4CE7C3C0D86C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FA0BF1A-D8C1-2CD9-3570-3E414C06C660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A575625-0EA8-6034-6C9D-BAD4FF48A7D6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DA16AA8B-FFC8-283A-1D99-31F9BEE82F9C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F12356C-7C49-C9E0-8ACD-91AE0B7C904D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6D5EDA4-3495-1322-AAB3-94BAB80FAC6C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E5C7F125-C8F7-D9C2-343D-77EDFEA2E2B4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CA260CD-AE3C-7F9A-22B2-E8C8D114D615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07460B1-1530-9C24-D834-7B9123518491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F9AE02F7-96AD-F3A1-8C79-E3E9E924B00C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%0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O4 %0</a:t>
            </a:r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</a:t>
            </a:r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O2 %1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7C3337-443F-C6C8-1F60-F1F25532BF40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BE694C4-5318-A094-4E08-D22EF200D7AD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435628D-174A-88AF-2962-886369401AD4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435628D-174A-88AF-2962-886369401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330287A3-02B8-DDC1-6A82-9C12357A1D01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BA14FAA-14E7-7F0A-9E15-357118100700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82FF7C0-1D09-3C96-3344-E2C0D59F71B0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82FF7C0-1D09-3C96-3344-E2C0D59F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76DA587-6902-8600-0CAF-22219098AE3F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65D186DD-AF78-C493-28DD-CF5186F0333D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B96091A-88CB-CE20-A224-6365B56C1ED4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9256884-E06A-3C24-DBA3-213C66C51DD1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689A8E43-221F-507B-FED5-99212E1F04F7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973586C-78C6-982A-5F55-D8C7DF3078DA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973586C-78C6-982A-5F55-D8C7DF307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ADD720F4-D259-D81E-F44A-13F69F1811C3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028BA9C-8B81-3DEA-01C0-7BB8E2B7D9E1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23EC4BC3-B630-6549-91C6-6030478EFB56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8352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AC6D7-12B6-E93E-BC4C-0F7D2915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E921C8-CCDA-0669-FCC1-E8091783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D4EEE-6B37-A738-494C-0B3BD78966F7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AC8F4B-A512-F864-77AA-77F33D832ECB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B90884E-E362-8D51-DEF7-86AF238EE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1026056-5025-7EC6-3491-DE8B7A39A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2B648225-F51B-9DA3-30E8-EF2B3912FBED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74100C4C-2C2B-9E98-41CD-E5EF51B342E8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E5694DBF-7641-B560-5C97-7AB4DCBFCA26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A70075E2-21C3-0FE3-6DAE-14702B763CF9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C979B689-3BEC-1C1B-2B1C-9243DB7365D0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4BDD3DEE-8CB8-5F87-641B-0F5CEB3A8AB8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FDB475B-891F-DE44-099B-7DEB3123D94B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4278CBC-1260-F93D-87EF-EE311DE99048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9CC2D5B-9581-F11B-F703-74C967198F5E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3202F51-6096-1A80-B286-83D48D8C494D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42E1321-F72C-D02A-6070-45D32B100B0F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327C9D0A-3245-6D26-C4B6-68A6AA9173D3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02BCF262-282A-044C-F4B0-61AFB82155AF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6F4F482-318F-E9B1-F485-0EF960508A8B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852F7C7-1DCF-B1FA-169A-050D7A117D97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74583BD-C2FC-9552-1BD0-F6AAD69CAF14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00B3A0F-F8A9-31CF-99E1-93FC06D70533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B1B57AC-94B5-4106-CA3A-1752B40CD05A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C23E4D9-CD10-73FA-1EE8-A9F0EB7A54B8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C067CC5-787C-8C25-E15E-E573FCCE0A15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D19DF029-0814-B63D-1BB3-1B7FC09019CF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44C7857-DD96-C152-EC6E-76FEF46021EF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A5A5534-0588-E9BD-929E-FA9C75BB3EDC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3784BD1-CF8A-4EAC-955E-4CD59C3403A4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724EA3B4-EA7E-1001-31A1-7F456BE6B94A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A73626A-B5DE-092B-6925-3918D5EB6C72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EA4E34A-935F-2BA7-6BBC-1F19D23A22CE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C7C2773-4D2A-05BE-50B2-42F9DEAFA1B5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ED81E30-1303-B24D-8B4B-963EE1DE7D2E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BBBC09F-7CF3-9A37-FBE9-B1AB22F94031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7AD1D9B2-E53C-25BB-EA14-BC52E8311B25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30578A3-1A59-9605-267A-22FBC837CCC0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25685AB-DFFF-242C-5E7A-F9843D8EC6A6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DC52FE70-3FBE-D82A-98A0-22F460FA7E67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F7A78A7-3FFD-E40D-6726-3A20A80B3B38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ED861BF-8434-E3C6-0E7B-C5F4A8DB4E13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5D78A516-CBEF-BCCA-6D0F-B2EA458B5425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%0 O4 %0</a:t>
            </a:r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</a:t>
            </a:r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ACC6BD-C520-16E6-F430-C96A00F8AA84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855F432-935E-6080-FD7F-94293E656989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AF908B6-AD0A-9196-FDE0-7B2CFC0AC381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AF908B6-AD0A-9196-FDE0-7B2CFC0AC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4D112EBA-FB2A-C259-5CD2-5AB4C49BA963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798AC2F-1BBC-4E0C-2F3C-C0AF89224846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53F9C5C-2A99-2234-19EF-23BBE1A17C31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53F9C5C-2A99-2234-19EF-23BBE1A17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75805D0-D5F5-B236-87BF-FAC4DE98D527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F7AEC48E-252A-D136-5620-41524B8B86C8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F205B1B-AB5F-9694-E254-5C790E03248F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E6DF4C7-4D12-0FCF-D681-2119464AE0FC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E164936-6AC7-96F9-409F-16361578E953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29021B4-86C8-5946-5904-982D9D0D8EF2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29021B4-86C8-5946-5904-982D9D0D8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9AFC1026-E515-13E3-2CD0-94E3A1EF5BDC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0F14C70E-E4AE-E0FC-B14D-384D03ADF04A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98533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1343-50B7-0049-EBAE-87203E73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794848-CEAE-2F86-8FC9-DBB2255A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39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486DFB-115E-5FBC-A3DE-9ABC79CC1964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88834C-C9B1-4EC1-A6D5-82AAB69533F6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E900E5D-4A78-8C85-C447-944DC8A73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CFF1BA8-C023-4D99-5FA6-E0445D68A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A0C8B92-3137-F191-45DD-8F2A8AE8AD44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4111571D-3F09-3099-9529-93A9953F7BAD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75153A0C-AA3A-CB9D-491D-B3F51456459A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F1CAB33B-AEFD-7337-931D-32964DE7C2F7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A06FD662-9A04-9AFA-083C-380CE88B5EAC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79659744-6BA3-B4A7-B012-AAA5B89E83BB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AB71BA2-E0FD-DBC9-6312-7615C378109A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B1DB66C-BD90-3944-4CDC-54FE35F04DCD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89B2DC7-F03D-3D44-C913-467E51B80A7A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FEE8AF8-71F7-FB6E-C753-E4CD4906547D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E3B5407-F897-7216-BCE7-A27A33A6D752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6958D36F-3818-E3D9-1209-76F3AEB668A8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0413B188-C5E9-DB04-497F-2B106CC1292E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212A37B7-FB07-4F45-4F48-E98E3717FD78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3386B21-826F-2694-E39D-8E496696DA50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8FD71C0-2633-C44F-084F-68F3B92858A3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4575E74-03FA-2DAF-82D1-5AB56E635C92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29358B4-6F0F-3208-332C-03B9CB2EE904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B68A73A-D068-12AC-8704-E4645344D08C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2E356508-925E-CC6E-5E77-EC793B45C8E6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36897D16-5F03-B203-54BC-CF1870887957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EBEF872C-06B0-6F8F-3BAE-C2416CAA6237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9516C2B1-142A-26C7-7CD5-7FCB45768663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01B6050-304C-2835-63E0-8EA45C91B430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E15258B-0155-6815-A8CB-7C69F0372E38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8C6597F-3736-7DE4-AC82-6EA3908A8B86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D4119343-A531-6C81-7BD9-BEB704BC8213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AE5710B-F798-F4D9-AFB8-82A7A21E02B3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596E68A-72A5-64B0-D82E-17F5F1068157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E313C2B-BD99-4A90-EEC0-804CCF2B17BE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4DA798E1-0E5C-4040-E235-6D2A6B110A89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AF9DFF3-EFBF-EAAF-6DF7-BCA2634B4C56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34461EA-E21C-959A-633F-B902D4D28BCB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6A08AA55-451C-9E6B-1ECD-C2DE9C7FC981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5E0EEDE-1DF7-AD12-51D5-A76E3347CFBD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8C5E9E9-8256-D93F-3D2E-F79C954406DF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0378F0DD-5230-5A8D-1052-96CCD10E03B6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%0 O4 %0</a:t>
            </a:r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6C75A52-CFA5-BF22-0171-263097D3BF6E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C942D1-4614-6E65-9D65-C6655C65F531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2F97B84-77B3-7FE0-4E0C-0E9D8459FF87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2F97B84-77B3-7FE0-4E0C-0E9D8459F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6386393C-C980-9B11-81A8-E6D34D9CC2CB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5269C41-6F68-DA5E-C2A5-9514D3585F5E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85C501E-E805-F38D-27DA-823487120AD6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85C501E-E805-F38D-27DA-823487120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333E902-FFCB-12FC-A22A-48DD93ECB034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4FBC17C8-DD95-BFAB-5EC3-F806DC275232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EA3E580-6BED-F5D5-F3B0-A88B4CDF0859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2D13337-7F25-4259-EB03-6E8E17AA20DE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74E93E85-8067-2DE2-D317-29D8F3E4B1F3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D72D9AD-D4E3-A127-9009-1CA251616F8B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D72D9AD-D4E3-A127-9009-1CA251616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1B4B833D-8766-C8E7-445D-47DD3344E0B4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C96C69D4-AB97-ECE9-B972-8961412FD85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588957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E43C-9F01-D652-D796-1088101B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896C2D-F5E5-C645-B5F1-1EB729C7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828A1E-53FC-6CED-F368-4916A85D7504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6E48E3-5C40-F6A8-15B8-BB30ED9855DE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54C971F-9668-B1E7-23D6-366ACF5E0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51954B3-55AE-1F91-C6E8-339956A2A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4B2573E-F61A-D688-2ADB-A982FF962AF4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EBAD4F69-8ABD-B7B3-9D64-25AE20F3F250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6083AFD1-6D02-4625-524A-B8DA9FFC686E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DE7964E7-56BE-7D63-F969-95E2AF3B1618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27ADA48-968C-582A-7FDD-19EA42E7AB37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C75EC38-FEEC-687B-6272-7C0EBA78EFAA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D6F4269-49D6-0837-CB52-C127D410213F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F09A738-BDEC-2867-FA2B-45A760F813C5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EF2D176-71CB-76F1-5CEB-34B9B83FC72C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F884FE4-4B1E-BBCC-406F-48981369E972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8F7EFCE-080A-22E8-79C1-8293904DB9F8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A2CD5C88-DE6F-94C0-9917-0C01601183D4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A0BEC32-18D4-571C-204A-B20D4CD6D2E3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4A8817D-7EE5-84A8-1FB5-0351D3471146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8EE8E1B-15B9-4335-F39F-A620E120C690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AD651BD-9FB0-BB45-DB21-BB0EF7343D87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D4B5F43-8B92-DAAD-A823-66FAB2D56031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EBC5EAB-CE4D-6190-F00D-5B3E65ED8873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D4FFA07-614A-B621-A5F0-F19CA0199AA1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161527A1-9B62-E4AB-391E-8B22DF47351B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429D421E-82EF-B75E-EDF2-F83F3D19915A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8714740C-CF2B-A00F-A59D-56B5B047FA55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4FC391C1-A0CB-EDE5-BA3B-4CEB77683AA6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625D1A0-4CEC-A6D5-33E9-75CC0E85BE0B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7D35D788-B5FF-5505-5335-6C6FD88D6D82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1A2FD2C-1EA3-778A-6995-7149841EBD5F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7A427BA-9AFF-651D-4CE0-65775B780D03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92D29CB-F3EB-52E5-AAE3-2EA21D6C3C12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B0E07DE-C0C4-C02A-20DC-4BFFA5B82BC8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6284236-49D7-74B6-F85F-931781DB8939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B8350559-D2BE-9A13-4200-F11E54A5571C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0ACECB2-E654-B647-7300-F67EF5ED1916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3A96CBA-9B2F-D038-AE00-032C198DB405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BF54CDAE-96BF-911B-E75C-B33FECE1535A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A60AA9C-CA79-6FA3-4DA1-2D72FEF50AF4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FCBF58E-D53B-8A2D-60C7-78CBFD7D762C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11352C2B-9A1C-A06B-7325-A989B28EA2A6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%1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%0 O4 %0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C2B27CC-DD57-0267-37BB-55397A1E917C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884F20-7E9C-73B1-70AE-D2B54C7204F9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401F2CB-0B25-3BA0-D821-AB404FEF6CF4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401F2CB-0B25-3BA0-D821-AB404FEF6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46DAB6DF-ECAC-624D-64BD-F9F72D7EF930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5F98CFB-855D-F954-4E0E-0B8D4502B3FD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1ACBAD4-0C0E-017F-C07F-40AEE632B028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1ACBAD4-0C0E-017F-C07F-40AEE632B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301EED8-42DB-65C3-87E0-D2ACD67733DB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CEC1F6D3-8636-16B3-E6AA-5DE39083452B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BF78ADA-FBB4-53B0-CFE2-EBE6DFE09421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E65377A-6C6D-E06A-966D-0BA2F20D305B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E964712D-2237-A4F2-5107-F1C5D98342A2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D177A7E-AB4D-8123-FFEF-3D3CE8A53F5C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D177A7E-AB4D-8123-FFEF-3D3CE8A53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5ADC2FF-52DC-8966-86A3-042ABC53CDDC}"/>
                  </a:ext>
                </a:extLst>
              </p:cNvPr>
              <p:cNvSpPr txBox="1"/>
              <p:nvPr/>
            </p:nvSpPr>
            <p:spPr>
              <a:xfrm>
                <a:off x="5984666" y="4467179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5ADC2FF-52DC-8966-86A3-042ABC53C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666" y="4467179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10811" r="-9459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 55">
            <a:extLst>
              <a:ext uri="{FF2B5EF4-FFF2-40B4-BE49-F238E27FC236}">
                <a16:creationId xmlns:a16="http://schemas.microsoft.com/office/drawing/2014/main" id="{F9940655-B48C-189D-90D0-71713621449C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A960047-60B8-959C-6665-C00C67740D64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936B5D7F-BD73-301E-20CF-1D99A15BD459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58118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6BFF8-F775-80E2-20AE-DDC59F13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BE2EDF-1C65-556E-DC72-A1EBD41D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B38EA8-824D-34B3-FF64-6E37CCD9F68E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AAC9DF-DA03-912B-BAD4-B8E7D9FA792C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682055A-D5B1-5D60-536A-5709521C2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F50418B-AB15-042C-11F7-1BE76E17F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148F9472-4FB2-7FC6-EBFF-3CC8B9AAECE4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15603B3-52C2-1986-2986-FA9965ACA692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F699D056-6E23-50BE-91B5-8EE67E9AD8C7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CD6194E-ED9A-7793-2726-04A2CC0C2462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588B9227-174A-01DD-29C6-D84B5F18B2C2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2EF94A6-026D-1940-91A1-FCE137EE91B5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449A2B0-0FCC-6436-BA31-19AFF89462D6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0A8680C-2290-2ED2-33E1-E94AAE8E6307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26FFC2B-C968-8FAA-DEF0-15E322ECFAFC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BB439789-460F-949C-2D5A-C59E18EE89B6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799BCC4-5B5E-E0A3-747C-307EA76B0FE6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A7B8BAE2-5355-7866-4B55-6FCBE2BF031D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16761AB-8849-D50F-0885-794EDAC87794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D81159F-4FB9-4F51-685A-3D0F25DE3172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C51C5B5-98A8-7B06-C69D-6EB86F709BCD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50FB529-1744-9040-5506-BDC6732108A0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5190CC6-DC52-75D0-3094-49FCC84A5F28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C05287F-8E88-EC72-1C08-6840D713763E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EB0ED1C-D87E-D44A-2E03-1178264A878E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E11AEA15-C177-C00F-6435-01D2967C0D42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778B5884-E0E2-ED3D-7695-42A4C784DCB4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B96816E-C4DC-C07F-FCD3-48394F7BC5AE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A3FF0267-3411-F338-7350-1B95644C7915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EB2C37C-B749-9912-5EA6-7F66AE5BEB63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76A87ABC-3136-C9AE-6807-C20B40F2F669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C1B7EE3-0A92-024B-68DA-4C00F4DD35C0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DE76D61-A059-CE7E-FBFA-46DFA2D53251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0C242C2-0A63-E93A-73AB-E6839127B939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D4F324C-7514-3254-2C7B-5D7DFD7FCB27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DDE933B-229B-1E69-38A0-9ECF89C0A9B3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B066AB03-4C2B-E661-B21E-F68F5827E217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C5396C2-08FE-D5B5-71ED-D50B876C763A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7A58050-E48C-03FB-6293-824E2A58C51C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2D5D581E-804C-1EB9-B903-5C85F01CEFE2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%0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302A5CE-1649-FBED-4A63-06241E3C6A0A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876005-DA73-19A8-0F5E-AD75266C6B7E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3D5A4FD3-486F-FBF0-AF7E-4EC1AEDB2550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%1 %0 O4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A057AE7-5D32-03AF-1204-84E821E62929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D0F770-DCDF-577F-E19E-124B42055E24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18FA681-F7E5-72C0-8A58-0F74471EC429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18FA681-F7E5-72C0-8A58-0F74471EC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3EE77ADA-64FA-EC9A-B7A8-DFDBE86FE165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4DD168F-2723-F8C9-E015-0F47E9657951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60745D1-222E-D275-13BD-5F649A2978A4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60745D1-222E-D275-13BD-5F649A297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49DF7272-A617-18D8-BF1E-589B13822C43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11881333-4C4F-5F5E-97A1-20051D00D89E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4AA25C2-47FE-BBDE-9022-A004CE3CD28C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C1BE74A-47CB-456C-CBB6-68231D00143F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B044938A-6949-A350-67E7-2221B5F70995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56CB2AA-11D5-BAB2-A106-898ECFDE27A9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56CB2AA-11D5-BAB2-A106-898ECFDE2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5DBDC48-9CC1-78EC-5026-9C43D783DD03}"/>
                  </a:ext>
                </a:extLst>
              </p:cNvPr>
              <p:cNvSpPr txBox="1"/>
              <p:nvPr/>
            </p:nvSpPr>
            <p:spPr>
              <a:xfrm>
                <a:off x="5984666" y="44671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5DBDC48-9CC1-78EC-5026-9C43D783D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666" y="4467179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10811" r="-9459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 58">
            <a:extLst>
              <a:ext uri="{FF2B5EF4-FFF2-40B4-BE49-F238E27FC236}">
                <a16:creationId xmlns:a16="http://schemas.microsoft.com/office/drawing/2014/main" id="{C8A42EF4-A92B-FCDD-BA27-3BA59CB5BE64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C14F267-C6E7-2B31-D5D7-C4DA881F6427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BFF95EE4-0C91-E5C2-C25E-67CF1F301D87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592697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A4293-193A-2EE0-8A36-DE01D0A1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3BDF2B-4580-8BD0-AE73-22504EBD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DA23F9-1CAF-9D3D-756B-DBD779E0067A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539010-EBF3-DE1B-70AE-087F535C09AF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2EFF762-5C3F-6893-C1C6-FB66129EC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B0273F0-4C39-874F-D490-0EEB6DC38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EFDDD4C6-6851-0D0F-4CA1-1AE2BAB539E2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AB4D73D-A1E4-CCE6-4E3A-1756265E0EA6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8DC7343C-EA31-9795-9D7D-6B9246D217B8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5503D3B6-EE50-EE4C-6C7A-CA1711E0889E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B983EEC-39AC-4CDF-DEDF-D0BFE96F1A68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1FEF5573-0493-48BD-90D3-FD56B59007DA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DBF1157-A634-7F88-F6F9-AD23C3216376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CE2D3C4-6DE9-E0FA-A5EF-4C9CA99D599B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18C3357-8ABD-53A5-0466-9F23A5E350C6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C186080-80CF-C601-5554-42D123755989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7AFE0AD-4543-D7D1-9320-83B19F6D5F36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4335063-3ADA-BE7F-28F0-0368BD9CF02B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12F9D357-2073-3448-F998-0329DC72B9A2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F81CBCFC-9C92-1764-A50D-0679FD43CC43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887AF32-7CE0-9830-E1D5-7F987CD126CA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25085EC-B158-138D-8775-8DB28AEEA878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E54F845-3B5E-8EBA-1DCD-FBA253AAB4CD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3646E79-5542-EB86-60CA-BDFBF7329092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6D1D5F8-DF88-FA52-B7D8-DEF64AD6128E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B0FEE926-6C88-BF19-EEF9-B43F5A7B51D6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0DFFA85B-9C8C-C728-E2CC-BA5A78DF6DB9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CF300505-3FE9-AD24-DC44-66FF45256810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66BB3A1-7146-C14B-10AE-50FA92DAA8D5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F914A94-AE0D-74E2-D8E1-AF1B0E47FB31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6A2D8E8-F13E-58EA-0990-719B149AC4DD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3EA27E2-3632-2DD7-D930-9F6E41A18FF9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9C96C9F-A697-E05E-CCCD-5805CEE90253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3D570A3-3F55-26CF-A6B3-089E331935F4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B51FDF3-90C8-9F16-D9C6-9DBA9EDED662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3F5DBBA4-20F4-E17A-016F-3E7A9231EAAC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FD72FBC8-9DBC-4B9A-B427-F1F8CF9B49B6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A087F82-E9EB-7A62-644E-618B01E2BE0F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9359EAA-DBE1-D511-4DD4-141312E043D8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C9AB0D2B-70A6-2B23-19E3-E77E4080CE26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FB354C3-82DA-CF9F-445E-2F91B0FAA173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E698EFA-5790-560E-DB6B-9B27C1EB499C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C6891D8B-0B9C-8950-0D39-0972AC25B739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%1 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O4 %1 %0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DDA28F2-24BB-ED52-593A-352B4330366C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2798100-28B8-FBD4-17EA-4C22792D6C62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6CB8BFC-40B5-04D7-89E9-64B3C79A90B0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6CB8BFC-40B5-04D7-89E9-64B3C79A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CA34690D-2334-11E6-3509-50708519E125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1D2ED28-C4A1-177C-AFF5-C707C6974F48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764DA28-7642-C1FA-C5D5-5D398616DC5C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764DA28-7642-C1FA-C5D5-5D398616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C78BDF6-5547-3AB1-10C9-9A288FF3F781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2214E591-EBF5-E2D2-7EC9-D6F68DDBB814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9E4DE25-418F-71D8-22FC-4184E9E280D9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C401782-431D-E0AA-94F0-288BF5CF1EF4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1A2BAFE9-DE3A-46B5-3BFD-644B9C9FD7EA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307F87D-FC0B-85C2-5B08-593D2AE161EB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307F87D-FC0B-85C2-5B08-593D2AE16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382ED9F-04F5-2ABD-102B-EA7D076B1ED0}"/>
                  </a:ext>
                </a:extLst>
              </p:cNvPr>
              <p:cNvSpPr txBox="1"/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382ED9F-04F5-2ABD-102B-EA7D076B1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39189" r="-4054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0613AC8B-F21A-040C-E031-BA565E379CAD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D476FAD-DBB6-31E5-AF6E-800492A2E6D1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738526AD-9A41-DA79-412A-741E321C0A59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17266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BE756-131A-94C6-2596-60CA9531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22EADF-FFFF-492B-395D-D575E113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86EB24-C412-C9BD-554A-52ACA72BA3CB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BBB6A8-D76F-2445-60E8-F4B0A16E7903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D9FFEC4-5439-87FF-C089-6DB5F8A4B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77E4148-70BC-532C-52B4-4ABD8C965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784663A2-AD73-3A7B-4967-834274378A94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761468FE-06F8-A746-BF58-B0238F7ABB18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12051504-7E8F-2069-796E-07C4725A36D3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80E08B48-E101-46CE-A3A2-661AC628CDBE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0817D91D-1AF6-AED7-BF84-54A645B35DC9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C4691D8-57BC-8521-C73A-A9C260ED856A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D1F7EF8-90C9-BAE0-CE20-1AC104A67E1A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87AC54B-7CFA-629C-B0A6-29B3D22CDD83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91E8412-5C4A-1290-45B8-468CA11CD149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4D1BA7A-92FC-5A3D-6003-ADD60ACD5A43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F096D3D-1A47-3DBB-91AA-89F6BEBA317A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1AE74BBB-7216-20E2-4D17-0B23F2D0604B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C46B447D-65E3-4C0A-22F4-898999B85027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D5123D7-62E4-B7F3-5986-D1D01E00ECD3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39804B3-F277-A6AA-D5B3-2AB294A46A8B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D4FF939-01C0-9D27-4618-4C472FA2206A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6C37D4A-3325-B2DE-D893-E5C130050000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9902A5E-4FE7-90CC-AD77-9A0159936F17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CF89231-D02B-C69A-1606-70CEA8CD888F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1EB898B1-05A5-1293-DD66-84E829109D94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D8D3D59-EB53-20EE-7C90-2A0DBA28397E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5B7A7CAE-874F-5492-AEBF-16A54EC72204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F3CB9B35-9320-08C2-DC86-9CBBB4C2F54E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6E424BF-D46E-B6B0-6597-EF05C05744D8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D69B659-E03B-F699-8837-E25348814317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D4CD556-8187-1595-F311-D31E01FFC969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6FA574D-8D61-35E5-F058-2D0BD421CD36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D6D2000-20BE-6120-95D0-78F811BF5726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ED90308-6F4E-D9BF-1D2C-7EEB45BF340D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B08EB5B-3A87-C12A-5D32-E0DE9FD2A6B2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35DD8DFA-50D1-4BA7-A67D-BF9EEF097338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53BB7E2-302C-B3D3-5D2B-4446BB45A997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BDD3507-D0F4-2A5E-435D-4955E0D45948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2DB274F5-3343-87AD-FAE5-4AF331530527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%0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CA633D7-98B2-90B1-43B2-AA50E4704997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04C05CF-9A11-9D78-0EDC-1E7F0E3263BC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D0582A1A-C405-E681-72DF-E42EBA64694B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%1 O4 %1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C39C8C-79D4-887E-05BC-1E1CC2E8E2D0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C6C7156-4C9E-EF88-5ECA-5654BAD2E876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A6BF5E5-4828-CB9D-D371-836B379D7FD7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A6BF5E5-4828-CB9D-D371-836B379D7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5C74C826-B15F-E1ED-F2FF-312621837E8A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F05190FE-9504-15EF-EC04-7EED7593B771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D141249-40DB-5373-BAE9-CFD540869C04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D141249-40DB-5373-BAE9-CFD540869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16A60FF-9DC5-99B9-5B61-1BD397E07D30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BFB9913D-AD89-746E-AB7C-250CB7DBDA94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22F5291-EEF5-F427-5EE1-26F1A9FF5489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E3BEDC1-4325-709E-DAAF-BF8F56F13228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6988DB1-D508-C9A8-2697-F53FEC9ED02B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74AB6A6-2398-AD57-17EA-5005AD0E3A68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74AB6A6-2398-AD57-17EA-5005AD0E3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965A483E-D009-89D3-1547-AF0F8864ECD3}"/>
                  </a:ext>
                </a:extLst>
              </p:cNvPr>
              <p:cNvSpPr txBox="1"/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965A483E-D009-89D3-1547-AF0F8864E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39189" r="-4054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893B38E4-1A9E-146F-7D99-7D6E947F85B0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129BA920-AEC4-0659-E9EF-4D844FAF0BDF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181424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3787-0E30-37A6-C9C2-712560EF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6BB0D5-5538-DAC2-BA0D-E4D42B1B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54C0C2-CDD2-5391-6345-1A20C04D9E78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4D5363-CBBA-0ABF-E2E8-497F62801E75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12F7FF2-AA1B-48B4-8676-E40E9ED1E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17F77DE-102A-3B6A-2B0C-884D876DD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FC9FB858-E871-1BF2-6E99-BDD30A36C34A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88EB077-52CC-FA7D-711D-292896E49EAF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5CC5AF4-5468-FACC-C5C0-49CB0B72338C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57124290-1F20-F659-263E-C3A070938E73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1A5C2EA2-7B67-DAEC-6C33-62BE4F06F544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4203A4-E190-9104-6F6D-592DFFBA5416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6972571-BA08-5B2E-0B4E-A4D9A3AC9606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F34BE03-7C06-0374-DA6F-FCB27A70EA1D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A01915A-5537-5B89-B3B5-D4AC373AC9FA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BD91F39E-8F94-119C-8FE3-6C9A5F7685B4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17563C2-B3AA-A775-2933-CC626C5C44BB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0E4D3CFB-AC88-264E-F0FC-17A62DF81D16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42BEB8DC-EE41-3898-5E28-38DAF771BAA4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AC02C96F-C186-887F-BE60-FA53DBB74DC2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7CAE9FB-A8EE-B624-A7DC-2F38CCA69AEB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E217DD8-950B-B4C8-831E-CFA31CCEFE13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19F7719-7EC8-8E99-4F42-830518BA70DE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4FB8BFF-DCFE-B684-C9D3-450DB43BA712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B7A0127-540D-BA83-9B8A-E5CFDC086E50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A17CBA7-9B94-25D5-61C7-2C8D45C788B8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029B96B2-485E-4DF4-48C3-31CE50EDA2D1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65E90551-883C-4B16-546F-28B3E9379FF6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C0C3E0FD-C135-9D96-89EB-5B8E965AD458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A4E0ADB-7486-FCBD-78EB-C23DC3E2D84A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785BCC4-C99D-BC70-3866-39B2CD07E23D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C3E5C1D-9482-5E31-ABA5-0D97ABA19613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D289310-422F-2B76-64C0-79FAD5E055E2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FDD8294-73B4-D822-BE9D-C8A2A26D175C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D6FB833-4FDF-FE4C-5D97-FA3BE15C3F6D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6AD9D3EE-1A51-186B-EBDA-3193D9B52326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49" name="流程图: 过程 48">
            <a:extLst>
              <a:ext uri="{FF2B5EF4-FFF2-40B4-BE49-F238E27FC236}">
                <a16:creationId xmlns:a16="http://schemas.microsoft.com/office/drawing/2014/main" id="{1383C010-2A99-315B-C2B6-C3C241926F84}"/>
              </a:ext>
            </a:extLst>
          </p:cNvPr>
          <p:cNvSpPr/>
          <p:nvPr/>
        </p:nvSpPr>
        <p:spPr>
          <a:xfrm>
            <a:off x="4732424" y="5223981"/>
            <a:ext cx="1940767" cy="516252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6A56AA4-498A-79B6-EEBA-60C4DB519B2F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440DD22-1A28-83A9-7832-71B419F4D68B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648DFE9A-583A-FEE8-5F29-CB9BD8B14DC7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3C6AB9D-A3CF-83CF-A608-88C82C5893B9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8A1C878-C103-0473-6A55-3E402AED75EA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D402B1FA-865E-3A13-D0FD-506DD1A25B95}"/>
              </a:ext>
            </a:extLst>
          </p:cNvPr>
          <p:cNvSpPr/>
          <p:nvPr/>
        </p:nvSpPr>
        <p:spPr>
          <a:xfrm>
            <a:off x="4570519" y="5338627"/>
            <a:ext cx="2230816" cy="302661"/>
          </a:xfrm>
          <a:prstGeom prst="flowChartProcess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108000" bIns="0" rtlCol="0" anchor="ctr"/>
          <a:lstStyle/>
          <a:p>
            <a:pPr algn="r"/>
            <a:r>
              <a:rPr lang="en-US" altLang="zh-CN" sz="1600" b="1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</a:t>
            </a:r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%1 O4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25164C8-E82F-AAFB-F26E-DB0CE8F984D3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8971D6A-2312-D7DA-09A6-FD93F67F15E7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B462E60-3E8F-06E6-E29E-3341B38961BA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B462E60-3E8F-06E6-E29E-3341B389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40541" r="-39189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113C96E3-DB27-568B-62A9-9334C5F52BC0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FE7BCACB-2683-9143-F1A4-15A157967A5F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9382A8D-6770-6F32-1083-0FDD3D427313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9382A8D-6770-6F32-1083-0FDD3D427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FAE5D5B-21BF-6630-D86F-37319F801EF8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6BCBA07-FB2C-C0CA-B9E7-5D5C440AF3A5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97A4E1E0-4FB3-217F-5050-7F6ACA24D039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736FA67-0A0D-402F-FCB6-742BB3BAC589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1E97EBC4-8163-F061-4532-65418E77A6FA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C2D3211-A577-DB6E-6142-EED9763F38C3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C2D3211-A577-DB6E-6142-EED9763F3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97E5DBA-6B42-6A34-3648-B88F63CC4516}"/>
                  </a:ext>
                </a:extLst>
              </p:cNvPr>
              <p:cNvSpPr txBox="1"/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97E5DBA-6B42-6A34-3648-B88F63CC4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39189" r="-4054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937773BC-6377-2476-FFF9-C819F31B1436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710F3B2-D408-2C8A-A876-1241E538E5B0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CCCB66FB-EFCD-13B0-99FB-ADFA5CD4323F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3398137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5097D-965A-B31D-58C8-5F701606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FCDE898-BB43-F420-5B57-184AD832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15E017-5631-7657-C918-8F792335DB96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CC9C1F-8FC0-EE52-40C9-B773BE2906D1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D75C3B3-7550-7DE6-7F8C-6417D1FD6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D365D36-3E67-328B-36A3-991B5283A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F674B47B-A449-6384-D22F-EB792E62674A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89BA143-A1A0-030E-7263-E920A029DF7F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7F06172-F6A3-9DB3-6BD8-42F2ED0DDA37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86EA9B3-3338-FB99-47B2-6CBE3A8F5930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C6949F54-9566-079A-71A2-8E68215487AD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DE118FF7-7F17-2CF7-74D5-D1A40FEA8491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3C3ED98-A6C5-9D86-539A-9DDFD8DD43B9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25D1C36-0DDF-EE8D-35F7-E74D6397E5E2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3F1BDE1-C242-1175-F56F-9DA6285EBD8E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5B7821F-71FA-070E-33E8-2C5ED5A448A6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04E986B-11CB-64AA-B98D-162D4DB7D393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C6581A5-F97C-840A-C8B6-5109AE27DE25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89B3F461-CF88-1389-19FC-F04BA5626C50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673B149-5852-86DE-D41C-FE429CCDF10C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6A7FB3D-92ED-F470-E7C2-8F5F9D0227A2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F61BEA5-9427-4229-AC88-B4D093EEF89C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E3F2E7B-8276-7E27-4805-4F61A10AC516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75927E7-9B6D-30F9-86C3-231D63DCC701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496397C-0988-D6CA-B1F2-C3772E8B0B25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F1BF1F6-7445-A6E5-2BDC-2A4FF6488D5C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E8EB6142-6B9F-3DCD-2636-38C73F5CA205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A7748B42-728E-BC93-E2C8-6AB041293CB1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2BF29822-76E3-F0AD-DA8E-8DDD3B6A2FC8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90DD5A6-7DE4-B0EF-CDC4-101DECC4A9CC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2309077-D95F-59F5-D1E1-64935053B7BD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F5D9B47-9F65-A4D2-2F6A-E17C03709902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4811E89-840B-7905-AB91-C320AD40FDA6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9303335-8686-BA6C-659C-7FE6E24F1E40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D364E78-39F2-DBAC-E9BE-40F9CF976D4E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3889236-1438-F268-E888-6886E67F05FE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697842A-9F09-92A8-1A10-EA85F88D4330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3EBF560-6BE8-EF7F-4789-F8649FE1B3ED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5EA49655-7FFA-1995-A4B4-934ED474D152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O4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20CAA2F-0B39-3F3F-6265-0EE62AB205B9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C12F02D-A96F-765A-4755-CD663B1A3A1D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B04ABF1-5BEE-2441-DE8A-417943A4AE8F}"/>
              </a:ext>
            </a:extLst>
          </p:cNvPr>
          <p:cNvGrpSpPr/>
          <p:nvPr/>
        </p:nvGrpSpPr>
        <p:grpSpPr>
          <a:xfrm>
            <a:off x="4570519" y="5223981"/>
            <a:ext cx="2230816" cy="516252"/>
            <a:chOff x="4570519" y="5223981"/>
            <a:chExt cx="2230816" cy="516252"/>
          </a:xfrm>
        </p:grpSpPr>
        <p:sp>
          <p:nvSpPr>
            <p:cNvPr id="49" name="流程图: 过程 48">
              <a:extLst>
                <a:ext uri="{FF2B5EF4-FFF2-40B4-BE49-F238E27FC236}">
                  <a16:creationId xmlns:a16="http://schemas.microsoft.com/office/drawing/2014/main" id="{4B972C66-F6A2-A227-1370-66B256C6F749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802DE703-DC71-DF13-BC8E-5017BCC7684B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O2 %1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79963EF-EA29-3DB4-5B1B-2C27972D827E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4FBC5DD-6D20-E155-719B-17F6BA01D6D7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E02EBF4-A1FC-41F2-86DB-65C5D0CA98D2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E02EBF4-A1FC-41F2-86DB-65C5D0CA9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40541" r="-39189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60CA8C8B-5EA8-8640-51F4-A3A05EC788D1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3371D91-8718-6E33-0E30-AFDCEB1F51E9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9AA5FCB-3AB6-01D3-1CE6-2CDDAA108553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9AA5FCB-3AB6-01D3-1CE6-2CDDAA108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0511DAD-3B87-FF39-0B3B-0C9E96DBF516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FB4231C3-CE75-69DB-10F0-D3E55F360B3B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79D9C41-34B9-8BC6-0112-A53AF9AF7B18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11433C2-26A8-0DDD-8C0A-DB9FBE990131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564605A0-4867-CEDB-F99F-31AAAE82E35B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8926CE9-3AD3-F0DA-0524-DF14843BCE32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8926CE9-3AD3-F0DA-0524-DF14843BC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5C8A967-A45F-0A94-6A5D-253BFB2389E7}"/>
                  </a:ext>
                </a:extLst>
              </p:cNvPr>
              <p:cNvSpPr txBox="1"/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5C8A967-A45F-0A94-6A5D-253BFB238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39189" r="-4054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A159CD91-3FED-61FB-5278-FD63D20A2B78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C399455E-054D-1EE5-63B3-FB00AF7BEEB1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512248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64965-EC84-304B-4383-B61F09D6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AF8A5B-6AD5-1C77-22F1-9252C828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AB40A1-2ED4-4353-8192-BCF56A26DA5A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CEE855-8260-0502-7F61-7491721254AB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B631328-D3BF-41C9-BD2B-C92F61619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85A22C7-D71E-FB1E-1769-697587311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3730D59E-84A4-0BFA-0AF6-9E813C2D07B6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E6A86854-F284-E003-4378-98497F4E8B94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7FD8603C-FAD3-3912-A1D7-D459DF2A0ACD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395C05AC-FF76-72E6-DE74-11A280F75598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EC30F661-8C19-8296-5D4A-F66687496C01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F9489921-647B-4BE1-65BB-7B68DF9FB877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216ACF2-CF6E-B8D1-22B0-5E963890D785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7298796-F9DE-D398-3343-363A4466CB01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600115A-FF0D-5D92-5EC1-5FBE0EB5234C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A786EC0-3004-E4A1-169F-41F5244FBD6C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B4131E95-8CF2-37E3-41CA-454356F123AB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39D3252-83AC-10F3-1901-E10F75249C3D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20FB70C9-CD9D-5387-9583-3558419ED6F6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7B37C6F-31DF-70DC-1100-7413F94A8D4A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C8EB697-A7DA-01B7-BFCA-91C16C2858D1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8CB73F6-2AF4-E35D-7FD5-8DC9022B7BBD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99CE655-3BD6-7F43-9ABA-D18FF7D577F6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CDD553F-33EE-B21A-6D9B-2E1FCE2963E8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43DE17A-A34A-D626-0392-6F8DECA9703F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86BBF941-5597-4E1F-57EC-5EFAD00DF0AB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CFC05551-0768-591F-4617-EB9A56FEB4D2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DFE6867-16DE-8849-FF55-3B4A74A84EA1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4E9C230-8297-5EB8-BDE1-F2838E809810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83F3590-6C6B-7C1C-932D-964DBCD1103B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E83F945-4B63-C573-9F07-3C2FD9F9009F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63DEE95-84F5-4820-F7B9-0CB38ACFE2D4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39F09DE-A0FE-7A05-BCF6-1C9D31F96C7B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70B27BA-4D5F-6859-AE08-61CED5409EDD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D35C1F4E-41F9-B59C-6CC3-EDCFD1FE3360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FD4C46E-03FB-8CB4-FDBF-47C7EDD5FB54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A632157-A34F-389A-B975-EEAA45319C26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C15630E-0C35-061F-34F2-77E907188476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E1877F06-506C-4B13-7621-2C56CEB801A4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2FE5C87-B0FE-F65B-24ED-4CC11CCCEC36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BA0CDE6-C6C3-5E11-42FB-9256B9FE0226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68513472-40F0-0CD4-518D-B88565A9904D}"/>
              </a:ext>
            </a:extLst>
          </p:cNvPr>
          <p:cNvGrpSpPr/>
          <p:nvPr/>
        </p:nvGrpSpPr>
        <p:grpSpPr>
          <a:xfrm>
            <a:off x="4570519" y="5223981"/>
            <a:ext cx="2230816" cy="516252"/>
            <a:chOff x="4570519" y="5223981"/>
            <a:chExt cx="2230816" cy="516252"/>
          </a:xfrm>
        </p:grpSpPr>
        <p:sp>
          <p:nvSpPr>
            <p:cNvPr id="49" name="流程图: 过程 48">
              <a:extLst>
                <a:ext uri="{FF2B5EF4-FFF2-40B4-BE49-F238E27FC236}">
                  <a16:creationId xmlns:a16="http://schemas.microsoft.com/office/drawing/2014/main" id="{2C3B1B91-B5C9-5277-DEF9-8AD8FFE2B7AC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49C50B7A-3DF8-30A5-46F4-C89498829516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O2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07CF225-DE2B-A2D0-381C-4936AC0026B0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7BB3B3-B48E-334C-9701-7D8811B62D3A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D9B551C-F712-DDE8-A805-CDA45ACFAEE0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D9B551C-F712-DDE8-A805-CDA45ACFA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40541" r="-39189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0514A5B9-64F6-6E5F-CB74-2C3A4AC970AB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984C259-C28C-8D43-57B2-580D1C910920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BB054EF-B3AD-BD66-5719-56EC391241F4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BB054EF-B3AD-BD66-5719-56EC39124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94C938D-8C1D-EB6C-FD90-FC2061612994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9EE15262-BDED-4F55-F765-D9E26169412E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0B6E2A2-1B58-DDE7-6D9E-A10B068B42C3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E26C9E7-126C-8BA6-8283-B9578A244D6D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2B82C278-4395-3163-3AA8-6C7A031E4999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97293C62-FFEB-7890-8B89-1AE8EF51712C}"/>
                  </a:ext>
                </a:extLst>
              </p:cNvPr>
              <p:cNvSpPr txBox="1"/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97293C62-FFEB-7890-8B89-1AE8EF517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97" y="445668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6EFEAF5-0B03-574A-D126-B0540A776377}"/>
                  </a:ext>
                </a:extLst>
              </p:cNvPr>
              <p:cNvSpPr txBox="1"/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6EFEAF5-0B03-574A-D126-B0540A776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39189" r="-4054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9F17BE90-8403-79A6-B31F-BC6106BB2B09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BCC23EAA-51CE-CD36-4A9C-813A4C28847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4105679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4F4E-E35F-43A0-7388-DF9E33843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154315-3554-0DC4-5A4F-B5BFEB55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397C12-4010-86C8-25A9-4B15DDBC0AF1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A31DC2-D037-237F-F626-EA4D525B8D49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321D5A7-00E8-EFE7-8545-034B07CAD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6C137CB-E4F8-588D-F113-3B5C82289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A658143D-98D1-EA95-4C1A-D0C71D77A62C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18DB9C7-C148-CCBD-DDF6-0D8D6562A1B7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19DF235C-23A2-581E-4073-E84CC42A9274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7179E97-3576-DC01-42D9-CD1F25BE4F97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E84ADDAD-6B7C-9B14-E486-8E783B48D81B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A84A2AD-5744-1A47-4330-E1496B097526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DDCDDAF-1AAC-1A76-4B04-1F72C023B4F6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C244608-F521-D1A7-A66B-FC79346E10BC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27200F9-B3E3-7D67-4DF6-58BC2FBBE0E8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D4C2B8E-EDE5-7EAE-89B2-DE4B4C68A238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055E910-48E4-B3B5-0B79-BCBE0CC0F470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3A319F43-62F8-C138-B0BC-0E912D0E569B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4D02A84-D2EE-C319-B796-59D05C97A004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A1C589D-5905-8B0E-8666-93A27747F51A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3348E43-E398-C32D-2049-04CC8A5796CE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49E4198-F95D-9B15-D9EA-89CDCEF332D4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949F021-D4A7-D983-E7A8-555D0C066D1C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6B1486F-C3C8-C89F-D4CE-A21EAEE17B7E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6C6E4F3-10AD-A323-A4A3-685D8718BD11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CCE0803-B546-FFB2-9F5A-A3BA0699B53A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D02EBED8-0F91-1068-2544-527E4C9D67E7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46719446-E20E-C9A2-D88E-4DDBE41177BE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414ABA5B-55D3-70B9-92DF-005747120059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A88E0D1-B5E5-3158-1BE8-EC2128276AB6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05FED7C-14A4-DBD0-0ABE-8EC58453E10D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5E1DBD0-0E14-7E75-55B2-4867FCE6364A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64A4755-6104-0C0A-2576-19B36ACBB331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FF33CDA-6874-3C2B-591B-AE90B776F71F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25F2543-411C-FDAF-6CC3-B4654A47772E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62AEF8F-C5EB-92CC-34E7-7C8C55217046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C9E1321-5032-F054-CB30-6EE821DD179E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7BBACFC-E9AF-ECF1-B645-FBCF0A09CEA7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78379499-8CF9-0979-D690-D5A17AF3EE09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ED65ABB-7BCB-B63D-3507-7AEFA53C16BA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E11A6FA-74CB-E549-5CEF-6E6467D2F962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47DFDBF-E2F6-B78C-A60D-6877638B80E3}"/>
              </a:ext>
            </a:extLst>
          </p:cNvPr>
          <p:cNvGrpSpPr/>
          <p:nvPr/>
        </p:nvGrpSpPr>
        <p:grpSpPr>
          <a:xfrm>
            <a:off x="4570519" y="5223981"/>
            <a:ext cx="2230816" cy="516252"/>
            <a:chOff x="4570519" y="5223981"/>
            <a:chExt cx="2230816" cy="516252"/>
          </a:xfrm>
        </p:grpSpPr>
        <p:sp>
          <p:nvSpPr>
            <p:cNvPr id="49" name="流程图: 过程 48">
              <a:extLst>
                <a:ext uri="{FF2B5EF4-FFF2-40B4-BE49-F238E27FC236}">
                  <a16:creationId xmlns:a16="http://schemas.microsoft.com/office/drawing/2014/main" id="{0CA6CF03-ACFB-0071-6B52-B36170138325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2A88AF18-0E03-6012-5B75-5814603A4A82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%0</a:t>
              </a:r>
              <a:endParaRPr lang="zh-CN" altLang="en-US" sz="1600" b="1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099F6A3-C1E4-D7BB-E036-5AF3D6AD8576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1E74B3-3672-E33C-9081-22FAF16D1B26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E393AFE-771E-85D4-CB8A-1B67AA804E3E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E393AFE-771E-85D4-CB8A-1B67AA80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40541" r="-39189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A00ED99-DDC0-188C-05CA-379BF27D6D1F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F01590B-37DC-4D18-7F21-0AE716907205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02EE9D5-7C49-1806-CE9A-88FC0D6B527D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02EE9D5-7C49-1806-CE9A-88FC0D6B5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E701260B-7B02-E41B-0B8C-966E96F09E84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74B21615-2D2B-FE6D-552C-FD173426A9D5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CAA4010-B76B-8C66-D43B-4FB44889BF8C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0E440ED-C49C-E854-9A22-AC583E994193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20CCED54-830D-703E-3526-BE48130B9B26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E70D794-0FC1-050B-DF92-C1F849128E1E}"/>
                  </a:ext>
                </a:extLst>
              </p:cNvPr>
              <p:cNvSpPr txBox="1"/>
              <p:nvPr/>
            </p:nvSpPr>
            <p:spPr>
              <a:xfrm>
                <a:off x="4699912" y="4616000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E70D794-0FC1-050B-DF92-C1F849128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912" y="4616000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E5B84CA-CD77-73BD-4780-7DB22F500E60}"/>
                  </a:ext>
                </a:extLst>
              </p:cNvPr>
              <p:cNvSpPr txBox="1"/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E5B84CA-CD77-73BD-4780-7DB22F500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39189" r="-4054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76C6B6D1-FB43-87FC-3226-B9FA16256A72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3322919-2A57-EC2B-BFC6-C79C249EC2BB}"/>
              </a:ext>
            </a:extLst>
          </p:cNvPr>
          <p:cNvSpPr/>
          <p:nvPr/>
        </p:nvSpPr>
        <p:spPr>
          <a:xfrm>
            <a:off x="8164254" y="4501256"/>
            <a:ext cx="3492179" cy="7705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D8512856-42B4-4620-0697-2FD6E67BF74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2596317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3472E-5CAF-133C-E092-93DC117C7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A97A7B-E89E-9745-8B30-7C27EC88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342D5B-E3A1-7F2C-D59E-95E4762B5D08}"/>
              </a:ext>
            </a:extLst>
          </p:cNvPr>
          <p:cNvSpPr txBox="1"/>
          <p:nvPr/>
        </p:nvSpPr>
        <p:spPr>
          <a:xfrm>
            <a:off x="511661" y="935031"/>
            <a:ext cx="4004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分析流程：求解集合约束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7A1BCD-863C-58AF-7C9B-4BF85127E205}"/>
              </a:ext>
            </a:extLst>
          </p:cNvPr>
          <p:cNvSpPr txBox="1"/>
          <p:nvPr/>
        </p:nvSpPr>
        <p:spPr>
          <a:xfrm>
            <a:off x="1924781" y="5665150"/>
            <a:ext cx="849163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B08B841-52A8-C575-EB37-73F95715F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26" y="788441"/>
            <a:ext cx="3829530" cy="56297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DC5ACE2-87FE-D1C1-9CEF-34E6F3564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43" y="1123405"/>
            <a:ext cx="2554171" cy="46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9C8300D-C758-578D-6B53-77C8C1B53896}"/>
                  </a:ext>
                </a:extLst>
              </p:cNvPr>
              <p:cNvSpPr/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FF168E7-2E34-4A9E-9F5F-8331F5CAC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1802686"/>
                <a:ext cx="352689" cy="352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7FE2A7F9-FC60-3B99-59FE-F059EC8303BD}"/>
                  </a:ext>
                </a:extLst>
              </p:cNvPr>
              <p:cNvSpPr/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CAF34C7-2850-5FEB-69B0-6EBBC60C3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1802686"/>
                <a:ext cx="352689" cy="352689"/>
              </a:xfrm>
              <a:prstGeom prst="ellipse">
                <a:avLst/>
              </a:prstGeom>
              <a:blipFill>
                <a:blip r:embed="rId6"/>
                <a:stretch>
                  <a:fillRect l="-26667" r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60784BB-496B-DBA5-9915-AE193480E34E}"/>
                  </a:ext>
                </a:extLst>
              </p:cNvPr>
              <p:cNvSpPr/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EAA7132-4CC2-A0B1-3408-6DD0E4A4C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032" y="2712732"/>
                <a:ext cx="352689" cy="352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6C8BFC7E-E82A-9C79-160A-A65B8BFB0751}"/>
                  </a:ext>
                </a:extLst>
              </p:cNvPr>
              <p:cNvSpPr/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41ABA0-FA2F-37E4-FCBE-285791380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067" y="2712732"/>
                <a:ext cx="352689" cy="352689"/>
              </a:xfrm>
              <a:prstGeom prst="ellipse">
                <a:avLst/>
              </a:prstGeom>
              <a:blipFill>
                <a:blip r:embed="rId8"/>
                <a:stretch>
                  <a:fillRect l="-13333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56E7E422-94EA-4631-3B82-481F51AE8717}"/>
                  </a:ext>
                </a:extLst>
              </p:cNvPr>
              <p:cNvSpPr/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C9F5DC6-CB5E-768C-CB08-A0FFB38A3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79" y="2712732"/>
                <a:ext cx="352689" cy="352689"/>
              </a:xfrm>
              <a:prstGeom prst="ellipse">
                <a:avLst/>
              </a:prstGeom>
              <a:blipFill>
                <a:blip r:embed="rId9"/>
                <a:stretch>
                  <a:fillRect l="-15000" r="-11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F41E49C3-D201-A1C8-05E9-AAB971C57B37}"/>
                  </a:ext>
                </a:extLst>
              </p:cNvPr>
              <p:cNvSpPr/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𝒐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C650940-F8E8-BB87-7F9F-C2953E5D9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14" y="2712732"/>
                <a:ext cx="352689" cy="35268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C02DD61-2403-1DE3-61DB-03F3CA3C0E6D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>
          <a:xfrm>
            <a:off x="5400412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6F4C647-83B6-56D1-3914-DF33524D1CCE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6551524" y="2155375"/>
            <a:ext cx="0" cy="5573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123D653-5AF7-C8C5-F7B6-AD37FF712D3C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4770721" y="1979031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7308A73-3492-4466-36FE-7F8044833F8F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770721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66774AD-01BB-667D-2B6D-3A6BC148295F}"/>
              </a:ext>
            </a:extLst>
          </p:cNvPr>
          <p:cNvGrpSpPr/>
          <p:nvPr/>
        </p:nvGrpSpPr>
        <p:grpSpPr>
          <a:xfrm>
            <a:off x="6375179" y="1802686"/>
            <a:ext cx="1158724" cy="352689"/>
            <a:chOff x="6375179" y="1802686"/>
            <a:chExt cx="1158724" cy="352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0118780-75F7-B3BF-50AF-B78E4FDC2931}"/>
                    </a:ext>
                  </a:extLst>
                </p:cNvPr>
                <p:cNvSpPr/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8A94ADC-1A33-7C37-0827-6DAA5FB66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179" y="1802686"/>
                  <a:ext cx="352689" cy="352689"/>
                </a:xfrm>
                <a:prstGeom prst="ellipse">
                  <a:avLst/>
                </a:prstGeom>
                <a:blipFill>
                  <a:blip r:embed="rId11"/>
                  <a:stretch>
                    <a:fillRect l="-26667" r="-15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FB38FC25-D559-733C-7BF9-6C1E8490BB94}"/>
                    </a:ext>
                  </a:extLst>
                </p:cNvPr>
                <p:cNvSpPr/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ACE19CE-6969-EDBB-0C26-363704AD4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14" y="1802686"/>
                  <a:ext cx="352689" cy="352689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687BC20-781D-D4C9-F36C-25E53071449D}"/>
                </a:ext>
              </a:extLst>
            </p:cNvPr>
            <p:cNvCxnSpPr>
              <a:cxnSpLocks/>
              <a:stCxn id="19" idx="2"/>
              <a:endCxn id="18" idx="6"/>
            </p:cNvCxnSpPr>
            <p:nvPr/>
          </p:nvCxnSpPr>
          <p:spPr>
            <a:xfrm flipH="1">
              <a:off x="6727868" y="1979031"/>
              <a:ext cx="453346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5BBD747-F070-82A3-A683-CF46B983B165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6727868" y="2889077"/>
            <a:ext cx="45334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AEBB4A1-AB40-3564-517D-DC8DF0794A46}"/>
                  </a:ext>
                </a:extLst>
              </p:cNvPr>
              <p:cNvSpPr txBox="1"/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36013A-6AA3-16A4-9E1D-5357CCCBD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1612867"/>
                <a:ext cx="453346" cy="284309"/>
              </a:xfrm>
              <a:prstGeom prst="rect">
                <a:avLst/>
              </a:prstGeom>
              <a:blipFill>
                <a:blip r:embed="rId13"/>
                <a:stretch>
                  <a:fillRect l="-9333" r="-8000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ED5AA0F-E3CE-59B5-E2C4-4A98EA0EE690}"/>
                  </a:ext>
                </a:extLst>
              </p:cNvPr>
              <p:cNvSpPr txBox="1"/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F87E62D-2189-39FE-65E0-22AE81CA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559" y="1612867"/>
                <a:ext cx="453346" cy="284309"/>
              </a:xfrm>
              <a:prstGeom prst="rect">
                <a:avLst/>
              </a:prstGeom>
              <a:blipFill>
                <a:blip r:embed="rId14"/>
                <a:stretch>
                  <a:fillRect l="-9459" r="-1081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E9832B6-457F-F504-8F43-1C086FF56D05}"/>
                  </a:ext>
                </a:extLst>
              </p:cNvPr>
              <p:cNvSpPr txBox="1"/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7AF38C-5917-2CCB-BEC2-735C3EB2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49" y="2488078"/>
                <a:ext cx="453346" cy="284309"/>
              </a:xfrm>
              <a:prstGeom prst="rect">
                <a:avLst/>
              </a:prstGeom>
              <a:blipFill>
                <a:blip r:embed="rId15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EB5A44F-35B0-32F0-8D99-EE91F1CEA13A}"/>
                  </a:ext>
                </a:extLst>
              </p:cNvPr>
              <p:cNvSpPr txBox="1"/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39CFE05-8826-864D-40EB-A8B3CF82D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12" y="2488078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931B065A-39EA-68C1-B87E-19A06D0F9B17}"/>
                  </a:ext>
                </a:extLst>
              </p:cNvPr>
              <p:cNvSpPr/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3BC0960-925C-8FFD-0D60-76A9E22D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3617337"/>
                <a:ext cx="352689" cy="352689"/>
              </a:xfrm>
              <a:prstGeom prst="ellipse">
                <a:avLst/>
              </a:prstGeom>
              <a:blipFill>
                <a:blip r:embed="rId17"/>
                <a:stretch>
                  <a:fillRect l="-16667" r="-15000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C47081E0-E998-4EE9-AFF4-68E030953866}"/>
                  </a:ext>
                </a:extLst>
              </p:cNvPr>
              <p:cNvSpPr/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𝒒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F68A280-E5A2-FAC4-26F9-0F167A142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3617337"/>
                <a:ext cx="352689" cy="352689"/>
              </a:xfrm>
              <a:prstGeom prst="ellipse">
                <a:avLst/>
              </a:prstGeom>
              <a:blipFill>
                <a:blip r:embed="rId18"/>
                <a:stretch>
                  <a:fillRect l="-16949" r="-16949" b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5AAE9EFB-DC52-715C-75BC-5DA1E45D6A6D}"/>
                  </a:ext>
                </a:extLst>
              </p:cNvPr>
              <p:cNvSpPr/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B675D39-48B0-DB4B-C9EB-2749D6311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18" y="4527383"/>
                <a:ext cx="352689" cy="352689"/>
              </a:xfrm>
              <a:prstGeom prst="ellipse">
                <a:avLst/>
              </a:prstGeom>
              <a:blipFill>
                <a:blip r:embed="rId19"/>
                <a:stretch>
                  <a:fillRect l="-13333" r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912A102E-3070-448A-AEB3-B3077B86C9A1}"/>
                  </a:ext>
                </a:extLst>
              </p:cNvPr>
              <p:cNvSpPr/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  <m:r>
                      <a:rPr lang="en-US" altLang="zh-C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098795E-813D-9453-7299-12F06772C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030" y="4527383"/>
                <a:ext cx="352689" cy="352689"/>
              </a:xfrm>
              <a:prstGeom prst="ellipse">
                <a:avLst/>
              </a:prstGeom>
              <a:blipFill>
                <a:blip r:embed="rId20"/>
                <a:stretch>
                  <a:fillRect l="-13559" r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FD008E7-A271-C490-8792-20D480E0C73D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5405263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D0755B-3D3C-D045-8326-C79C5CC46974}"/>
              </a:ext>
            </a:extLst>
          </p:cNvPr>
          <p:cNvCxnSpPr>
            <a:cxnSpLocks/>
            <a:stCxn id="35" idx="4"/>
            <a:endCxn id="37" idx="0"/>
          </p:cNvCxnSpPr>
          <p:nvPr/>
        </p:nvCxnSpPr>
        <p:spPr>
          <a:xfrm>
            <a:off x="6556375" y="3970026"/>
            <a:ext cx="0" cy="5573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D1A1EBF-CDC3-B49F-0633-01BE199E6BC6}"/>
              </a:ext>
            </a:extLst>
          </p:cNvPr>
          <p:cNvCxnSpPr>
            <a:cxnSpLocks/>
            <a:stCxn id="37" idx="1"/>
            <a:endCxn id="34" idx="5"/>
          </p:cNvCxnSpPr>
          <p:nvPr/>
        </p:nvCxnSpPr>
        <p:spPr>
          <a:xfrm flipH="1"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3F3018E-9449-F44B-6896-2ECFA4E0C5DA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5529957" y="3918376"/>
            <a:ext cx="901723" cy="660657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DE25DA4-14F5-D7A5-FF00-E7BA528C7338}"/>
              </a:ext>
            </a:extLst>
          </p:cNvPr>
          <p:cNvCxnSpPr>
            <a:cxnSpLocks/>
            <a:stCxn id="21" idx="4"/>
            <a:endCxn id="34" idx="0"/>
          </p:cNvCxnSpPr>
          <p:nvPr/>
        </p:nvCxnSpPr>
        <p:spPr>
          <a:xfrm>
            <a:off x="5400412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B53A9B6-F6D2-44EF-6CA9-C7E30F5FCD02}"/>
              </a:ext>
            </a:extLst>
          </p:cNvPr>
          <p:cNvCxnSpPr>
            <a:cxnSpLocks/>
            <a:stCxn id="22" idx="4"/>
            <a:endCxn id="35" idx="0"/>
          </p:cNvCxnSpPr>
          <p:nvPr/>
        </p:nvCxnSpPr>
        <p:spPr>
          <a:xfrm>
            <a:off x="6551524" y="3065421"/>
            <a:ext cx="4851" cy="55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5EDBEEC-5488-B0E3-A3B4-EFDA7494D0FA}"/>
              </a:ext>
            </a:extLst>
          </p:cNvPr>
          <p:cNvSpPr txBox="1"/>
          <p:nvPr/>
        </p:nvSpPr>
        <p:spPr>
          <a:xfrm>
            <a:off x="535566" y="1511465"/>
            <a:ext cx="3627115" cy="41819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%p,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%p,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%0,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%q,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O2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i8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1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O3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%b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 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 O4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call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@swap(ptr %a,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%b)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E61F7A-A479-398D-E64B-053D84EC5D8B}"/>
              </a:ext>
            </a:extLst>
          </p:cNvPr>
          <p:cNvSpPr txBox="1"/>
          <p:nvPr/>
        </p:nvSpPr>
        <p:spPr>
          <a:xfrm>
            <a:off x="5155766" y="5701199"/>
            <a:ext cx="1094082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Worklist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B141B36-90DE-C2FD-5824-3EB4682C1D4D}"/>
              </a:ext>
            </a:extLst>
          </p:cNvPr>
          <p:cNvSpPr txBox="1"/>
          <p:nvPr/>
        </p:nvSpPr>
        <p:spPr>
          <a:xfrm>
            <a:off x="4048482" y="510277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75FF6708-2CCD-C685-417B-7DC68CEC7493}"/>
              </a:ext>
            </a:extLst>
          </p:cNvPr>
          <p:cNvSpPr/>
          <p:nvPr/>
        </p:nvSpPr>
        <p:spPr>
          <a:xfrm>
            <a:off x="7279432" y="5328726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%0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1AAC0BB-1A75-5555-9BDD-7CAC5666676F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>
          <a:xfrm flipH="1">
            <a:off x="4719071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A4E5472-8958-DE47-79AF-AC882407CCFE}"/>
              </a:ext>
            </a:extLst>
          </p:cNvPr>
          <p:cNvCxnSpPr>
            <a:cxnSpLocks/>
            <a:stCxn id="18" idx="5"/>
            <a:endCxn id="23" idx="1"/>
          </p:cNvCxnSpPr>
          <p:nvPr/>
        </p:nvCxnSpPr>
        <p:spPr>
          <a:xfrm>
            <a:off x="6676218" y="2103725"/>
            <a:ext cx="556646" cy="6606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8C9E216-F687-41E5-F7E4-E22C7F343D4A}"/>
              </a:ext>
            </a:extLst>
          </p:cNvPr>
          <p:cNvGrpSpPr/>
          <p:nvPr/>
        </p:nvGrpSpPr>
        <p:grpSpPr>
          <a:xfrm>
            <a:off x="4570519" y="5223981"/>
            <a:ext cx="2230816" cy="516252"/>
            <a:chOff x="4570519" y="5223981"/>
            <a:chExt cx="2230816" cy="516252"/>
          </a:xfrm>
        </p:grpSpPr>
        <p:sp>
          <p:nvSpPr>
            <p:cNvPr id="49" name="流程图: 过程 48">
              <a:extLst>
                <a:ext uri="{FF2B5EF4-FFF2-40B4-BE49-F238E27FC236}">
                  <a16:creationId xmlns:a16="http://schemas.microsoft.com/office/drawing/2014/main" id="{3EF61037-A2FC-0096-CFD5-9EDDDA0DE72A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A63CDB64-D47D-E572-EF46-401FFE09BF23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endParaRPr lang="zh-CN" altLang="en-US" sz="1600" b="1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69BE52-8D7D-EB46-EEDC-5EE5A19C7C3B}"/>
                  </a:ext>
                </a:extLst>
              </p:cNvPr>
              <p:cNvSpPr txBox="1"/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7057551-CD15-9444-ADAD-95CA8228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596" y="3425256"/>
                <a:ext cx="453346" cy="284309"/>
              </a:xfrm>
              <a:prstGeom prst="rect">
                <a:avLst/>
              </a:prstGeom>
              <a:blipFill>
                <a:blip r:embed="rId21"/>
                <a:stretch>
                  <a:fillRect l="-9333" r="-9333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B444F2D-4F3F-4942-8C0A-99C212DDCAC6}"/>
                  </a:ext>
                </a:extLst>
              </p:cNvPr>
              <p:cNvSpPr txBox="1"/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DC4FD7-4D3D-B490-9B8D-E4BF6BDC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995" y="3425255"/>
                <a:ext cx="453346" cy="284309"/>
              </a:xfrm>
              <a:prstGeom prst="rect">
                <a:avLst/>
              </a:prstGeom>
              <a:blipFill>
                <a:blip r:embed="rId22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9F96214-4E67-101D-4739-540C662E3B47}"/>
                  </a:ext>
                </a:extLst>
              </p:cNvPr>
              <p:cNvSpPr txBox="1"/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9F96214-4E67-101D-4739-540C662E3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37" y="2449279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40541" r="-39189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3AA8D113-D62B-E2F8-521E-632E4EC2EB43}"/>
              </a:ext>
            </a:extLst>
          </p:cNvPr>
          <p:cNvSpPr/>
          <p:nvPr/>
        </p:nvSpPr>
        <p:spPr>
          <a:xfrm>
            <a:off x="4624251" y="3091543"/>
            <a:ext cx="1820092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572DE18-298F-BC5F-11B4-FACC0BC7EFF5}"/>
              </a:ext>
            </a:extLst>
          </p:cNvPr>
          <p:cNvCxnSpPr>
            <a:cxnSpLocks/>
            <a:stCxn id="20" idx="5"/>
            <a:endCxn id="36" idx="1"/>
          </p:cNvCxnSpPr>
          <p:nvPr/>
        </p:nvCxnSpPr>
        <p:spPr>
          <a:xfrm>
            <a:off x="4719071" y="3013771"/>
            <a:ext cx="561497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F517BEF-90F9-50F2-6B9D-1B2FB3BC941C}"/>
                  </a:ext>
                </a:extLst>
              </p:cNvPr>
              <p:cNvSpPr txBox="1"/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F517BEF-90F9-50F2-6B9D-1B2FB3BC9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47" y="2512402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D3FFBA9-576F-F6E5-521E-2E0978582927}"/>
              </a:ext>
            </a:extLst>
          </p:cNvPr>
          <p:cNvCxnSpPr>
            <a:cxnSpLocks/>
          </p:cNvCxnSpPr>
          <p:nvPr/>
        </p:nvCxnSpPr>
        <p:spPr>
          <a:xfrm>
            <a:off x="4203700" y="548995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58E9712A-191B-B264-B72D-C78C0320A740}"/>
              </a:ext>
            </a:extLst>
          </p:cNvPr>
          <p:cNvSpPr txBox="1"/>
          <p:nvPr/>
        </p:nvSpPr>
        <p:spPr>
          <a:xfrm>
            <a:off x="6628297" y="510575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C25467D-0B3A-6FF2-4421-7CF249A1A0E1}"/>
              </a:ext>
            </a:extLst>
          </p:cNvPr>
          <p:cNvCxnSpPr>
            <a:cxnSpLocks/>
          </p:cNvCxnSpPr>
          <p:nvPr/>
        </p:nvCxnSpPr>
        <p:spPr>
          <a:xfrm>
            <a:off x="6757168" y="548995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FD6957F-B7A2-2928-8BEE-2C42F6F5E4BB}"/>
              </a:ext>
            </a:extLst>
          </p:cNvPr>
          <p:cNvCxnSpPr>
            <a:cxnSpLocks/>
            <a:stCxn id="23" idx="3"/>
            <a:endCxn id="37" idx="7"/>
          </p:cNvCxnSpPr>
          <p:nvPr/>
        </p:nvCxnSpPr>
        <p:spPr>
          <a:xfrm flipH="1">
            <a:off x="6681069" y="3013771"/>
            <a:ext cx="551795" cy="1565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D8056C3-5412-473C-8BA2-3359A6A9DE79}"/>
              </a:ext>
            </a:extLst>
          </p:cNvPr>
          <p:cNvSpPr/>
          <p:nvPr/>
        </p:nvSpPr>
        <p:spPr>
          <a:xfrm flipH="1">
            <a:off x="5525107" y="3081050"/>
            <a:ext cx="1839284" cy="2045440"/>
          </a:xfrm>
          <a:custGeom>
            <a:avLst/>
            <a:gdLst>
              <a:gd name="connsiteX0" fmla="*/ 1820092 w 1820092"/>
              <a:gd name="connsiteY0" fmla="*/ 1776548 h 2045440"/>
              <a:gd name="connsiteX1" fmla="*/ 435429 w 1820092"/>
              <a:gd name="connsiteY1" fmla="*/ 1898468 h 2045440"/>
              <a:gd name="connsiteX2" fmla="*/ 0 w 1820092"/>
              <a:gd name="connsiteY2" fmla="*/ 0 h 2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0092" h="2045440">
                <a:moveTo>
                  <a:pt x="1820092" y="1776548"/>
                </a:moveTo>
                <a:cubicBezTo>
                  <a:pt x="1279435" y="1985553"/>
                  <a:pt x="738778" y="2194559"/>
                  <a:pt x="435429" y="1898468"/>
                </a:cubicBezTo>
                <a:cubicBezTo>
                  <a:pt x="132080" y="1602377"/>
                  <a:pt x="76926" y="44704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938BC10E-B553-6843-9CAA-E8E20DDE3734}"/>
                  </a:ext>
                </a:extLst>
              </p:cNvPr>
              <p:cNvSpPr txBox="1"/>
              <p:nvPr/>
            </p:nvSpPr>
            <p:spPr>
              <a:xfrm>
                <a:off x="4699912" y="4616000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938BC10E-B553-6843-9CAA-E8E20DDE3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912" y="4616000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39189" r="-4054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D2888E3-DB8C-5A60-F3C9-E8421A89032D}"/>
                  </a:ext>
                </a:extLst>
              </p:cNvPr>
              <p:cNvSpPr txBox="1"/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D2888E3-DB8C-5A60-F3C9-E8421A890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53" y="4607052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39189" r="-40541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10D16AD3-8E9F-110F-791D-D6593B55481F}"/>
              </a:ext>
            </a:extLst>
          </p:cNvPr>
          <p:cNvSpPr/>
          <p:nvPr/>
        </p:nvSpPr>
        <p:spPr>
          <a:xfrm>
            <a:off x="8008376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标题 11">
            <a:extLst>
              <a:ext uri="{FF2B5EF4-FFF2-40B4-BE49-F238E27FC236}">
                <a16:creationId xmlns:a16="http://schemas.microsoft.com/office/drawing/2014/main" id="{B2F835F3-572C-76BF-8D37-E0FFAB30D248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集合约束法</a:t>
            </a:r>
          </a:p>
        </p:txBody>
      </p:sp>
    </p:spTree>
    <p:extLst>
      <p:ext uri="{BB962C8B-B14F-4D97-AF65-F5344CB8AC3E}">
        <p14:creationId xmlns:p14="http://schemas.microsoft.com/office/powerpoint/2010/main" val="567735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4313-E949-C749-4AC9-3A21B636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BA1460F-61F5-6B4F-A17B-04AD3A65A8B0}"/>
              </a:ext>
            </a:extLst>
          </p:cNvPr>
          <p:cNvSpPr/>
          <p:nvPr/>
        </p:nvSpPr>
        <p:spPr>
          <a:xfrm>
            <a:off x="862147" y="3564160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123571-9DEE-B844-EDE1-82310EE3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49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BE2082-8B97-15D4-A668-91DCE9A1803D}"/>
              </a:ext>
            </a:extLst>
          </p:cNvPr>
          <p:cNvSpPr txBox="1"/>
          <p:nvPr/>
        </p:nvSpPr>
        <p:spPr>
          <a:xfrm>
            <a:off x="511660" y="874070"/>
            <a:ext cx="11145103" cy="37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%q = </a:t>
            </a:r>
            <a:r>
              <a:rPr lang="en-US" altLang="zh-CN" sz="1600" b="1" dirty="0" err="1">
                <a:solidFill>
                  <a:srgbClr val="992D23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&lt;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pointee_type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&gt;, &lt;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pointee_type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&gt;* %p, &lt;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idx_type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 idx1, &lt;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idx_type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 idx2, 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3873B27-BDF6-FAD8-8E48-ABF25B8D42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408067"/>
                  </p:ext>
                </p:extLst>
              </p:nvPr>
            </p:nvGraphicFramePr>
            <p:xfrm>
              <a:off x="862147" y="1349452"/>
              <a:ext cx="10345784" cy="27129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938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76704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3467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76704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3467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  <a:tr h="38138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&amp;p-&gt;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getelementptr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%p,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𝒆𝒑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𝒇𝒍𝒅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𝑓𝑙𝑑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96386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3873B27-BDF6-FAD8-8E48-ABF25B8D42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408067"/>
                  </p:ext>
                </p:extLst>
              </p:nvPr>
            </p:nvGraphicFramePr>
            <p:xfrm>
              <a:off x="862147" y="1349452"/>
              <a:ext cx="10345784" cy="27129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84615" r="-261947" b="-39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84615" r="-339" b="-39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189474" r="-261947" b="-3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189474" r="-339" b="-3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282051" r="-261947" b="-198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282051" r="-339" b="-1987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3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3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  <a:tr h="471361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&amp;p-&gt;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getelementptr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%p,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265" t="-4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797" t="-4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96386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标题 11">
            <a:extLst>
              <a:ext uri="{FF2B5EF4-FFF2-40B4-BE49-F238E27FC236}">
                <a16:creationId xmlns:a16="http://schemas.microsoft.com/office/drawing/2014/main" id="{0DD5D6FF-8905-E016-8FED-58530669C56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1BCEB67-CF19-35D2-FA35-349C0F93E693}"/>
              </a:ext>
            </a:extLst>
          </p:cNvPr>
          <p:cNvGrpSpPr/>
          <p:nvPr/>
        </p:nvGrpSpPr>
        <p:grpSpPr>
          <a:xfrm>
            <a:off x="4062557" y="4532292"/>
            <a:ext cx="2033443" cy="614483"/>
            <a:chOff x="4062557" y="4793538"/>
            <a:chExt cx="2033443" cy="614483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B2417D9-02A2-D114-3A6D-3CF2634EDE00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7A54F7E-05DE-B4FA-95FF-23DCED5CA451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70A19D27-7769-75DC-2AFA-564CA7C3CB6E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624B433-7C7A-E7DF-ACA6-C68EEEB48ED6}"/>
                </a:ext>
              </a:extLst>
            </p:cNvPr>
            <p:cNvSpPr txBox="1"/>
            <p:nvPr/>
          </p:nvSpPr>
          <p:spPr>
            <a:xfrm>
              <a:off x="4571920" y="4793538"/>
              <a:ext cx="1058103" cy="372859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 err="1">
                  <a:solidFill>
                    <a:srgbClr val="C047AB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Gep,fld</a:t>
              </a:r>
              <a:endParaRPr lang="zh-CN" altLang="en-US" sz="1600" dirty="0">
                <a:solidFill>
                  <a:srgbClr val="C047A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1EB3EE4-0971-4D2F-8968-3230C1F798FD}"/>
                  </a:ext>
                </a:extLst>
              </p:cNvPr>
              <p:cNvSpPr txBox="1"/>
              <p:nvPr/>
            </p:nvSpPr>
            <p:spPr>
              <a:xfrm>
                <a:off x="3756669" y="4346079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1EB3EE4-0971-4D2F-8968-3230C1F79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669" y="4346079"/>
                <a:ext cx="60197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E161FE0-70EE-AC2D-9893-DAE46EAC1292}"/>
                  </a:ext>
                </a:extLst>
              </p:cNvPr>
              <p:cNvSpPr txBox="1"/>
              <p:nvPr/>
            </p:nvSpPr>
            <p:spPr>
              <a:xfrm>
                <a:off x="5895617" y="4346079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E161FE0-70EE-AC2D-9893-DAE46EAC1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617" y="4346079"/>
                <a:ext cx="601976" cy="400110"/>
              </a:xfrm>
              <a:prstGeom prst="rect">
                <a:avLst/>
              </a:prstGeom>
              <a:blipFill>
                <a:blip r:embed="rId5"/>
                <a:stretch>
                  <a:fillRect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706AD3D-3E43-B161-FCE1-3B144885BCC2}"/>
                  </a:ext>
                </a:extLst>
              </p:cNvPr>
              <p:cNvSpPr txBox="1"/>
              <p:nvPr/>
            </p:nvSpPr>
            <p:spPr>
              <a:xfrm>
                <a:off x="7711443" y="4467417"/>
                <a:ext cx="1789608" cy="38337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706AD3D-3E43-B161-FCE1-3B144885B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443" y="4467417"/>
                <a:ext cx="1789608" cy="383375"/>
              </a:xfrm>
              <a:prstGeom prst="rect">
                <a:avLst/>
              </a:prstGeom>
              <a:blipFill>
                <a:blip r:embed="rId6"/>
                <a:stretch>
                  <a:fillRect l="-340" b="-1587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045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3455-1FA5-4CF7-2FA5-8AD3C3E0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6AF4B1E-9069-21A3-BBDF-43D070442A2B}"/>
              </a:ext>
            </a:extLst>
          </p:cNvPr>
          <p:cNvSpPr/>
          <p:nvPr/>
        </p:nvSpPr>
        <p:spPr>
          <a:xfrm>
            <a:off x="862147" y="3564160"/>
            <a:ext cx="10345784" cy="546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9C90E7-172B-7A52-96A1-DA77AA06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C9DD4B-E49B-70E0-87DF-C6B859353A99}"/>
              </a:ext>
            </a:extLst>
          </p:cNvPr>
          <p:cNvGrpSpPr/>
          <p:nvPr/>
        </p:nvGrpSpPr>
        <p:grpSpPr>
          <a:xfrm>
            <a:off x="4062557" y="4532292"/>
            <a:ext cx="2033443" cy="614483"/>
            <a:chOff x="4062557" y="4793538"/>
            <a:chExt cx="2033443" cy="61448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D82B04A-55F6-7F61-E8F9-150794C5BAF4}"/>
                </a:ext>
              </a:extLst>
            </p:cNvPr>
            <p:cNvSpPr/>
            <p:nvPr/>
          </p:nvSpPr>
          <p:spPr>
            <a:xfrm>
              <a:off x="4062557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9826DB8-18FC-BEDD-94EE-9432CC1D5AD9}"/>
                </a:ext>
              </a:extLst>
            </p:cNvPr>
            <p:cNvSpPr/>
            <p:nvPr/>
          </p:nvSpPr>
          <p:spPr>
            <a:xfrm>
              <a:off x="5608330" y="4920351"/>
              <a:ext cx="487670" cy="4876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6D82803-A4A3-9866-3CE5-0392A7249E6F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550227" y="5164186"/>
              <a:ext cx="1058103" cy="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133ED7A-6872-0C43-0559-2360EFE56B7F}"/>
                </a:ext>
              </a:extLst>
            </p:cNvPr>
            <p:cNvSpPr txBox="1"/>
            <p:nvPr/>
          </p:nvSpPr>
          <p:spPr>
            <a:xfrm>
              <a:off x="4571920" y="4793538"/>
              <a:ext cx="1058103" cy="372859"/>
            </a:xfrm>
            <a:prstGeom prst="rect">
              <a:avLst/>
            </a:prstGeom>
            <a:noFill/>
            <a:ln w="1905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  <a:spcBef>
                  <a:spcPts val="600"/>
                </a:spcBef>
              </a:pPr>
              <a:r>
                <a:rPr lang="en-US" altLang="zh-CN" sz="1600" dirty="0" err="1">
                  <a:solidFill>
                    <a:srgbClr val="C047AB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Gep,fld</a:t>
              </a:r>
              <a:endParaRPr lang="zh-CN" altLang="en-US" sz="1600" dirty="0">
                <a:solidFill>
                  <a:srgbClr val="C047A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E2B455-2F82-B642-5574-55D5EE082F2D}"/>
                  </a:ext>
                </a:extLst>
              </p:cNvPr>
              <p:cNvSpPr txBox="1"/>
              <p:nvPr/>
            </p:nvSpPr>
            <p:spPr>
              <a:xfrm>
                <a:off x="3756669" y="4346079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DE2B455-2F82-B642-5574-55D5EE082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669" y="4346079"/>
                <a:ext cx="601976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C412D9-B483-0C37-65F7-E8BDABA00753}"/>
                  </a:ext>
                </a:extLst>
              </p:cNvPr>
              <p:cNvSpPr txBox="1"/>
              <p:nvPr/>
            </p:nvSpPr>
            <p:spPr>
              <a:xfrm>
                <a:off x="6026249" y="4346079"/>
                <a:ext cx="601976" cy="400110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𝑜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𝑓𝑙𝑑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C412D9-B483-0C37-65F7-E8BDABA00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49" y="4346079"/>
                <a:ext cx="601976" cy="400110"/>
              </a:xfrm>
              <a:prstGeom prst="rect">
                <a:avLst/>
              </a:prstGeom>
              <a:blipFill>
                <a:blip r:embed="rId4"/>
                <a:stretch>
                  <a:fillRect l="-33673" r="-26531" b="-1060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50A97A5-D220-0EA2-C4E5-855D3BF507CA}"/>
                  </a:ext>
                </a:extLst>
              </p:cNvPr>
              <p:cNvSpPr txBox="1"/>
              <p:nvPr/>
            </p:nvSpPr>
            <p:spPr>
              <a:xfrm>
                <a:off x="7711443" y="4467417"/>
                <a:ext cx="1789608" cy="38337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50A97A5-D220-0EA2-C4E5-855D3BF50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443" y="4467417"/>
                <a:ext cx="1789608" cy="383375"/>
              </a:xfrm>
              <a:prstGeom prst="rect">
                <a:avLst/>
              </a:prstGeom>
              <a:blipFill>
                <a:blip r:embed="rId5"/>
                <a:stretch>
                  <a:fillRect l="-340" b="-1587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05F219C-85DB-0C9A-6065-51A4C3E54DA9}"/>
                  </a:ext>
                </a:extLst>
              </p:cNvPr>
              <p:cNvSpPr txBox="1"/>
              <p:nvPr/>
            </p:nvSpPr>
            <p:spPr>
              <a:xfrm>
                <a:off x="7431771" y="4793540"/>
                <a:ext cx="2043157" cy="383375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𝑝𝑡𝑠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26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b="0" i="1" smtClean="0">
                            <a:solidFill>
                              <a:srgbClr val="0026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𝑓𝑙𝑑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002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05F219C-85DB-0C9A-6065-51A4C3E54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771" y="4793540"/>
                <a:ext cx="2043157" cy="383375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26DB193-798D-CDEE-73FC-6D46C77597D1}"/>
              </a:ext>
            </a:extLst>
          </p:cNvPr>
          <p:cNvCxnSpPr/>
          <p:nvPr/>
        </p:nvCxnSpPr>
        <p:spPr>
          <a:xfrm>
            <a:off x="7550333" y="4837991"/>
            <a:ext cx="18026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A30C8CE-C4E8-309F-5211-FA609FE02F39}"/>
              </a:ext>
            </a:extLst>
          </p:cNvPr>
          <p:cNvSpPr txBox="1"/>
          <p:nvPr/>
        </p:nvSpPr>
        <p:spPr>
          <a:xfrm>
            <a:off x="511660" y="874070"/>
            <a:ext cx="11145103" cy="37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%q = </a:t>
            </a:r>
            <a:r>
              <a:rPr lang="en-US" altLang="zh-CN" sz="1600" b="1" dirty="0" err="1">
                <a:solidFill>
                  <a:srgbClr val="992D23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&lt;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pointee_type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&gt;, &lt;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pointee_type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&gt;* %p, &lt;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idx_type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 idx1, &lt;</a:t>
            </a:r>
            <a:r>
              <a:rPr lang="en-US" altLang="zh-CN" sz="16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idx_type</a:t>
            </a:r>
            <a:r>
              <a:rPr lang="en-US" altLang="zh-CN" sz="16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 idx2, 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>
                <a:extLst>
                  <a:ext uri="{FF2B5EF4-FFF2-40B4-BE49-F238E27FC236}">
                    <a16:creationId xmlns:a16="http://schemas.microsoft.com/office/drawing/2014/main" id="{70E829B1-52CA-EA3D-7F00-96D8A5811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5728857"/>
                  </p:ext>
                </p:extLst>
              </p:nvPr>
            </p:nvGraphicFramePr>
            <p:xfrm>
              <a:off x="862147" y="1349452"/>
              <a:ext cx="10345784" cy="27129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295938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376704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𝒅𝒅𝒓</m:t>
                                  </m:r>
                                </m:e>
                              </m:groupChr>
                              <m:r>
                                <a:rPr lang="en-US" altLang="zh-CN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373467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𝒐𝒑𝒚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376704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𝒐𝒂𝒅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373467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𝒕𝒐𝒓𝒆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  <a:tr h="38138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&amp;p-&gt;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getelementptr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%p,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altLang="zh-CN" sz="1800" b="0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𝒆𝒑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rgbClr val="C047AB"/>
                                      </a:solidFill>
                                      <a:latin typeface="Cambria Math" panose="02040503050406030204" pitchFamily="18" charset="0"/>
                                    </a:rPr>
                                    <m:t>𝒇𝒍𝒅</m:t>
                                  </m:r>
                                </m:e>
                              </m:groupCh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𝑓𝑙𝑑</m:t>
                                  </m:r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180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96386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>
                <a:extLst>
                  <a:ext uri="{FF2B5EF4-FFF2-40B4-BE49-F238E27FC236}">
                    <a16:creationId xmlns:a16="http://schemas.microsoft.com/office/drawing/2014/main" id="{70E829B1-52CA-EA3D-7F00-96D8A5811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5728857"/>
                  </p:ext>
                </p:extLst>
              </p:nvPr>
            </p:nvGraphicFramePr>
            <p:xfrm>
              <a:off x="862147" y="1349452"/>
              <a:ext cx="10345784" cy="27129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2676">
                      <a:extLst>
                        <a:ext uri="{9D8B030D-6E8A-4147-A177-3AD203B41FA5}">
                          <a16:colId xmlns:a16="http://schemas.microsoft.com/office/drawing/2014/main" val="480725934"/>
                        </a:ext>
                      </a:extLst>
                    </a:gridCol>
                    <a:gridCol w="3570514">
                      <a:extLst>
                        <a:ext uri="{9D8B030D-6E8A-4147-A177-3AD203B41FA5}">
                          <a16:colId xmlns:a16="http://schemas.microsoft.com/office/drawing/2014/main" val="2466442655"/>
                        </a:ext>
                      </a:extLst>
                    </a:gridCol>
                    <a:gridCol w="1375954">
                      <a:extLst>
                        <a:ext uri="{9D8B030D-6E8A-4147-A177-3AD203B41FA5}">
                          <a16:colId xmlns:a16="http://schemas.microsoft.com/office/drawing/2014/main" val="1099227343"/>
                        </a:ext>
                      </a:extLst>
                    </a:gridCol>
                    <a:gridCol w="3596640">
                      <a:extLst>
                        <a:ext uri="{9D8B030D-6E8A-4147-A177-3AD203B41FA5}">
                          <a16:colId xmlns:a16="http://schemas.microsoft.com/office/drawing/2014/main" val="285867388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代码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LLVM IR</a:t>
                          </a:r>
                          <a:endParaRPr lang="zh-CN" altLang="en-US" sz="1800" b="1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ConsG</a:t>
                          </a:r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边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 dirty="0"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含义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295463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p = &amp;o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%p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alloca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o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84615" r="-261947" b="-39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84615" r="-339" b="-39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360405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bitcast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189474" r="-261947" b="-3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189474" r="-339" b="-3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98770"/>
                      </a:ext>
                    </a:extLst>
                  </a:tr>
                  <a:tr h="471043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*p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load %p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282051" r="-261947" b="-198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282051" r="-339" b="-1987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694814"/>
                      </a:ext>
                    </a:extLst>
                  </a:tr>
                  <a:tr h="466852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*p = q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store %q, %p 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387013" r="-261947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387013" r="-339" b="-10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2378340"/>
                      </a:ext>
                    </a:extLst>
                  </a:tr>
                  <a:tr h="471361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q = &amp;p-&gt;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%q =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getelementptr</a:t>
                          </a:r>
                          <a:r>
                            <a:rPr lang="en-US" altLang="zh-CN" sz="1600" dirty="0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 %p, </a:t>
                          </a:r>
                          <a:r>
                            <a:rPr lang="en-US" altLang="zh-CN" sz="1600" dirty="0" err="1">
                              <a:latin typeface="Cascadia Code Light" panose="020B0609020000020004" pitchFamily="49" charset="0"/>
                              <a:ea typeface="Cascadia Code Light" panose="020B0609020000020004" pitchFamily="49" charset="0"/>
                              <a:cs typeface="Cascadia Code Light" panose="020B0609020000020004" pitchFamily="49" charset="0"/>
                            </a:rPr>
                            <a:t>fld</a:t>
                          </a:r>
                          <a:endParaRPr lang="zh-CN" altLang="en-US" sz="1600" dirty="0">
                            <a:latin typeface="Cascadia Code Light" panose="020B0609020000020004" pitchFamily="49" charset="0"/>
                            <a:cs typeface="Cascadia Code Light" panose="020B0609020000020004" pitchFamily="49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90265" t="-487013" r="-261947" b="-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7797" t="-487013" r="-339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96386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标题 11">
            <a:extLst>
              <a:ext uri="{FF2B5EF4-FFF2-40B4-BE49-F238E27FC236}">
                <a16:creationId xmlns:a16="http://schemas.microsoft.com/office/drawing/2014/main" id="{B8636267-FE64-A605-E0CF-8D612000DB5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</p:spTree>
    <p:extLst>
      <p:ext uri="{BB962C8B-B14F-4D97-AF65-F5344CB8AC3E}">
        <p14:creationId xmlns:p14="http://schemas.microsoft.com/office/powerpoint/2010/main" val="2716232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57A68-64FC-93DD-D1A1-DB06D456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06401D-B0D4-38C7-FE4A-E11CCF91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3CD6C6-E9E6-319B-4F02-F8821B474230}"/>
              </a:ext>
            </a:extLst>
          </p:cNvPr>
          <p:cNvSpPr txBox="1"/>
          <p:nvPr/>
        </p:nvSpPr>
        <p:spPr>
          <a:xfrm>
            <a:off x="972869" y="2033008"/>
            <a:ext cx="1970632" cy="30789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S{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f1;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f2;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};</a:t>
            </a:r>
          </a:p>
          <a:p>
            <a:pPr>
              <a:lnSpc>
                <a:spcPts val="1800"/>
              </a:lnSpc>
            </a:pPr>
            <a:endParaRPr lang="en-US" altLang="zh-CN" sz="14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main(){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S </a:t>
            </a:r>
            <a:r>
              <a:rPr lang="en-US" altLang="zh-CN" sz="14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a1, a2;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s.f1 = &amp;a1;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s.f2 = &amp;a2;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p = s.f1;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4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* q = s.f2;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662507-DE99-732B-6AF6-FC0D0FB58539}"/>
              </a:ext>
            </a:extLst>
          </p:cNvPr>
          <p:cNvSpPr txBox="1"/>
          <p:nvPr/>
        </p:nvSpPr>
        <p:spPr>
          <a:xfrm>
            <a:off x="4874990" y="1994437"/>
            <a:ext cx="5908424" cy="315605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%s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%a2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%f1,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%f2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%a2,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%f2,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%f11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%f11,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%f22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%f22,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AB3B621-6307-D18B-4960-675B1F691DEB}"/>
              </a:ext>
            </a:extLst>
          </p:cNvPr>
          <p:cNvSpPr/>
          <p:nvPr/>
        </p:nvSpPr>
        <p:spPr>
          <a:xfrm>
            <a:off x="3426544" y="3457623"/>
            <a:ext cx="1050005" cy="229687"/>
          </a:xfrm>
          <a:prstGeom prst="rightArrow">
            <a:avLst>
              <a:gd name="adj1" fmla="val 50000"/>
              <a:gd name="adj2" fmla="val 10098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6C5679-86A8-25D7-C632-884B55A70D1B}"/>
              </a:ext>
            </a:extLst>
          </p:cNvPr>
          <p:cNvSpPr txBox="1"/>
          <p:nvPr/>
        </p:nvSpPr>
        <p:spPr>
          <a:xfrm>
            <a:off x="1397412" y="5022881"/>
            <a:ext cx="112154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example.c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546DDF-7DD9-27D1-F8AB-27EBF52BB0C3}"/>
              </a:ext>
            </a:extLst>
          </p:cNvPr>
          <p:cNvSpPr txBox="1"/>
          <p:nvPr/>
        </p:nvSpPr>
        <p:spPr>
          <a:xfrm>
            <a:off x="7184869" y="5022880"/>
            <a:ext cx="128866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标题 11">
            <a:extLst>
              <a:ext uri="{FF2B5EF4-FFF2-40B4-BE49-F238E27FC236}">
                <a16:creationId xmlns:a16="http://schemas.microsoft.com/office/drawing/2014/main" id="{85AFD12A-2AAA-F035-7479-8A77F766BAF9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BDCFF9-4156-782A-29CC-705C60147A6A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05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29A5C-C7C0-84EA-408F-F020284C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78DF30-CEE3-ABA1-BB50-D68C569E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25A1F4-81E8-1476-F76B-6CB48090FA34}"/>
              </a:ext>
            </a:extLst>
          </p:cNvPr>
          <p:cNvSpPr txBox="1"/>
          <p:nvPr/>
        </p:nvSpPr>
        <p:spPr>
          <a:xfrm>
            <a:off x="564231" y="1994437"/>
            <a:ext cx="5908424" cy="315605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define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@main() #0 {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entry: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%s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%a2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alloca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align 4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%a1,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%f1,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%f2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store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%a2,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%f2,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%f11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%0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%f11,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%f22 = </a:t>
            </a:r>
            <a:r>
              <a:rPr lang="en-US" altLang="zh-CN" sz="1200" dirty="0" err="1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getelementptr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inbounds %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struct.S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%s,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0,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1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%1 =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load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  <a:r>
              <a:rPr lang="en-US" altLang="zh-CN" sz="1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ptr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%f22, align 8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ret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altLang="zh-CN" sz="1200" dirty="0">
                <a:solidFill>
                  <a:srgbClr val="C047AB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i32</a:t>
            </a: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0</a:t>
            </a:r>
          </a:p>
          <a:p>
            <a:pPr>
              <a:lnSpc>
                <a:spcPts val="1600"/>
              </a:lnSpc>
            </a:pPr>
            <a:r>
              <a:rPr lang="en-US" altLang="zh-CN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7C64B9-AEA1-6F6C-3F86-E5A2455A9DE3}"/>
              </a:ext>
            </a:extLst>
          </p:cNvPr>
          <p:cNvSpPr txBox="1"/>
          <p:nvPr/>
        </p:nvSpPr>
        <p:spPr>
          <a:xfrm>
            <a:off x="2874110" y="5022880"/>
            <a:ext cx="128866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example.ll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668DA49-9C38-2E43-B88C-EB490E14EEB1}"/>
              </a:ext>
            </a:extLst>
          </p:cNvPr>
          <p:cNvGrpSpPr/>
          <p:nvPr/>
        </p:nvGrpSpPr>
        <p:grpSpPr>
          <a:xfrm>
            <a:off x="7587953" y="1868845"/>
            <a:ext cx="3181289" cy="3506724"/>
            <a:chOff x="7587953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261BFF8-9B4C-1A2D-7976-1A34DB1A324F}"/>
                    </a:ext>
                  </a:extLst>
                </p:cNvPr>
                <p:cNvSpPr/>
                <p:nvPr/>
              </p:nvSpPr>
              <p:spPr>
                <a:xfrm>
                  <a:off x="7587953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261BFF8-9B4C-1A2D-7976-1A34DB1A3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953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E03640FB-9437-09FB-ED9A-05FD92581B10}"/>
                    </a:ext>
                  </a:extLst>
                </p:cNvPr>
                <p:cNvSpPr/>
                <p:nvPr/>
              </p:nvSpPr>
              <p:spPr>
                <a:xfrm>
                  <a:off x="8970930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E03640FB-9437-09FB-ED9A-05FD92581B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930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540C698C-F005-E71C-C599-5D68E84B9CF4}"/>
                    </a:ext>
                  </a:extLst>
                </p:cNvPr>
                <p:cNvSpPr/>
                <p:nvPr/>
              </p:nvSpPr>
              <p:spPr>
                <a:xfrm>
                  <a:off x="10353907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540C698C-F005-E71C-C599-5D68E84B9C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3907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82CF2F9-06A0-690F-6396-D08A83EB8836}"/>
                    </a:ext>
                  </a:extLst>
                </p:cNvPr>
                <p:cNvSpPr/>
                <p:nvPr/>
              </p:nvSpPr>
              <p:spPr>
                <a:xfrm>
                  <a:off x="7587953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82CF2F9-06A0-690F-6396-D08A83EB88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953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31497053-6999-C3C2-89E4-608CBEECC019}"/>
                    </a:ext>
                  </a:extLst>
                </p:cNvPr>
                <p:cNvSpPr/>
                <p:nvPr/>
              </p:nvSpPr>
              <p:spPr>
                <a:xfrm>
                  <a:off x="8970930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31497053-6999-C3C2-89E4-608CBEECC0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930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28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32C91E1-2BB1-3CD4-BB16-DFA1B4529E61}"/>
                    </a:ext>
                  </a:extLst>
                </p:cNvPr>
                <p:cNvSpPr/>
                <p:nvPr/>
              </p:nvSpPr>
              <p:spPr>
                <a:xfrm>
                  <a:off x="10353907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32C91E1-2BB1-3CD4-BB16-DFA1B4529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3907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40289693-7656-7623-63EE-5AA5F5EC6F7A}"/>
                    </a:ext>
                  </a:extLst>
                </p:cNvPr>
                <p:cNvSpPr/>
                <p:nvPr/>
              </p:nvSpPr>
              <p:spPr>
                <a:xfrm>
                  <a:off x="7593401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40289693-7656-7623-63EE-5AA5F5EC6F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401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537C44D1-151A-573F-45F1-2DF7CFA2846C}"/>
                    </a:ext>
                  </a:extLst>
                </p:cNvPr>
                <p:cNvSpPr/>
                <p:nvPr/>
              </p:nvSpPr>
              <p:spPr>
                <a:xfrm>
                  <a:off x="8533231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537C44D1-151A-573F-45F1-2DF7CFA284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3231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6087" r="-1594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500C88B-969A-71AA-2B70-71B35E71123A}"/>
                    </a:ext>
                  </a:extLst>
                </p:cNvPr>
                <p:cNvSpPr/>
                <p:nvPr/>
              </p:nvSpPr>
              <p:spPr>
                <a:xfrm>
                  <a:off x="10359355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500C88B-969A-71AA-2B70-71B35E7112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355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571" r="-428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23CD3413-2A7A-F2CE-44AA-7AE0CF882E3A}"/>
                    </a:ext>
                  </a:extLst>
                </p:cNvPr>
                <p:cNvSpPr/>
                <p:nvPr/>
              </p:nvSpPr>
              <p:spPr>
                <a:xfrm>
                  <a:off x="9488798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23CD3413-2A7A-F2CE-44AA-7AE0CF882E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8798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6087" r="-1594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0E1DC5D1-42A7-17F3-A48A-84B2E225AC48}"/>
                    </a:ext>
                  </a:extLst>
                </p:cNvPr>
                <p:cNvSpPr/>
                <p:nvPr/>
              </p:nvSpPr>
              <p:spPr>
                <a:xfrm>
                  <a:off x="8533231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0E1DC5D1-42A7-17F3-A48A-84B2E225AC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3231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1014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0458BACD-62EB-A4EE-BD8C-4D070D999E04}"/>
                    </a:ext>
                  </a:extLst>
                </p:cNvPr>
                <p:cNvSpPr/>
                <p:nvPr/>
              </p:nvSpPr>
              <p:spPr>
                <a:xfrm>
                  <a:off x="9488798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0458BACD-62EB-A4EE-BD8C-4D070D999E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8798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1014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33A1F18-52D0-2FAC-2600-A39D45981F4C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7792897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68915C55-8599-036E-734D-24F118DD29B6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9175874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40F7488C-1CB4-D60E-DE74-797F30A02716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10558851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4314D806-89E7-A06D-CA8A-9C05FA41216B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7943261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A796AE56-6E22-2E94-4B74-4C6E0459C409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8738175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7C41C1B-418A-810E-2D05-D64AFB1CC208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9320790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70D8437-D1C6-9F49-ACDB-7CB63B05B3B3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9380817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9B4CDA72-BE88-AAEC-F4F3-7709C56D5071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8738175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0020B98A-1EB9-F8CC-0895-AC5DFA118C18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9693742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0CA8EF0-A8CF-5C19-7E41-0691AFFBC1B6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7792897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E9C3AC39-B846-5660-AC27-4A931D7E59CB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10558851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标题 11">
            <a:extLst>
              <a:ext uri="{FF2B5EF4-FFF2-40B4-BE49-F238E27FC236}">
                <a16:creationId xmlns:a16="http://schemas.microsoft.com/office/drawing/2014/main" id="{B56E2364-5CBC-A948-8C6D-62E27A4CFFE0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0C2574-749B-5C62-5C65-B50FD700F4B4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82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C11F-7010-716C-26E7-941350BC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0C56A9-5170-34FC-DD86-164285EA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429954F-A785-DA29-038D-53F8DB9AC407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DB83CFDD-121C-5B2B-D263-B3C67B91C033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DB83CFDD-121C-5B2B-D263-B3C67B91C0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E8444CAA-1A8F-3C77-ACC7-3F9E3C37CD2E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E8444CAA-1A8F-3C77-ACC7-3F9E3C37CD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A38A58C4-DA22-2462-5126-E396454BBE29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A38A58C4-DA22-2462-5126-E396454BBE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874226D6-1FA1-07ED-8216-CE60B46AF4B2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874226D6-1FA1-07ED-8216-CE60B46AF4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12D9CC6-D42B-5A23-07C0-F8CD03292B86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12D9CC6-D42B-5A23-07C0-F8CD03292B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1C66451B-32EB-4723-78D7-FDCBCBF5645E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1C66451B-32EB-4723-78D7-FDCBCBF564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E530B144-92EB-38AA-E386-04CFF22432DA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E530B144-92EB-38AA-E386-04CFF22432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25250FE3-C86F-0318-FEDF-508B58B36830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25250FE3-C86F-0318-FEDF-508B58B368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2DDF4FAB-24DC-FEC2-CB72-EC994CC2EBF3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2DDF4FAB-24DC-FEC2-CB72-EC994CC2EB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827B6AB2-54F7-1D3F-6AF5-A1AD28FBBE69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827B6AB2-54F7-1D3F-6AF5-A1AD28FBBE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38785CD-BADD-C01D-D550-820365584BB9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D38785CD-BADD-C01D-D550-820365584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814F3C35-EFCF-96D9-51B3-D818FC946E26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814F3C35-EFCF-96D9-51B3-D818FC946E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98CF5A8-F9BE-4225-3458-D3EE403082E2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690E30E8-A23A-B084-D3ED-58AEF571EF4C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DB9E0BEA-87C4-BD79-95C6-FD5EF3E1B02B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7B194644-2F8A-7B6A-D20B-F54255DEC250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B8205053-F76A-A1FE-96E6-566D47F3BF02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DE59BDA-C394-D015-A4A6-82FF4CF113A7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287F4E47-DBEB-954B-CD17-6A9B42706FCB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841D889-4212-7EDF-4844-6C647E9D5326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4E87E5E1-4285-CA5D-3583-5F1114207A33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D0D8F12-751E-D99E-10AE-EE10062B31CA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95DEE3DD-80A5-4730-80CE-6F6801EEDA2F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E4032CC6-D41D-5A55-37BB-919973A3C20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68C716E-89A0-50CB-624A-F28DEDD26025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68C716E-89A0-50CB-624A-F28DEDD26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424F777-4A0D-9FDA-14FB-3E51F4D0085D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424F777-4A0D-9FDA-14FB-3E51F4D00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09CF97C-EF0C-869D-8504-6E135A8172D5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09CF97C-EF0C-869D-8504-6E135A817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58DB007-2DC5-FEDA-E555-E1734F78D04C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58DB007-2DC5-FEDA-E555-E1734F78D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E868E80-815D-D116-F7B9-7A846366804E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E868E80-815D-D116-F7B9-7A8463668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1B1051A-D178-02B7-4674-C13537884FAF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1B1051A-D178-02B7-4674-C13537884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737B6DB-0DE1-2B5D-AB85-BE340C3281F3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737B6DB-0DE1-2B5D-AB85-BE340C328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组合 42">
            <a:extLst>
              <a:ext uri="{FF2B5EF4-FFF2-40B4-BE49-F238E27FC236}">
                <a16:creationId xmlns:a16="http://schemas.microsoft.com/office/drawing/2014/main" id="{3B56E7E6-B6AA-A553-4940-D259CF2F33CD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45" name="流程图: 过程 44">
              <a:extLst>
                <a:ext uri="{FF2B5EF4-FFF2-40B4-BE49-F238E27FC236}">
                  <a16:creationId xmlns:a16="http://schemas.microsoft.com/office/drawing/2014/main" id="{A82B539D-9312-E73E-AA18-B15D9618A1A1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流程图: 过程 45">
              <a:extLst>
                <a:ext uri="{FF2B5EF4-FFF2-40B4-BE49-F238E27FC236}">
                  <a16:creationId xmlns:a16="http://schemas.microsoft.com/office/drawing/2014/main" id="{97E051CA-8C6C-152C-EB47-FCB36ECFB756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%a2 %a1 %s</a:t>
              </a:r>
              <a:endParaRPr lang="zh-CN" altLang="en-US" sz="1600" b="1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C30F099A-9A37-1117-4A39-07D92C810725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2D8FEF9-2AFA-8D1A-D029-3A9E5E0053A5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827CC0B8-86BA-6F18-68B1-5F8B42641AF1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689E1AD-E375-EA1C-7138-89091692AFD2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D53394CA-2DB5-33F7-FD23-F9467B9A0B05}"/>
              </a:ext>
            </a:extLst>
          </p:cNvPr>
          <p:cNvSpPr/>
          <p:nvPr/>
        </p:nvSpPr>
        <p:spPr>
          <a:xfrm>
            <a:off x="7090262" y="1672279"/>
            <a:ext cx="3648058" cy="5670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1">
            <a:extLst>
              <a:ext uri="{FF2B5EF4-FFF2-40B4-BE49-F238E27FC236}">
                <a16:creationId xmlns:a16="http://schemas.microsoft.com/office/drawing/2014/main" id="{F04978EA-57EC-64C8-E759-00C0542F1AA7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6473E8-9635-0375-CC0C-15E37EF1834E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7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B156-6FC4-852E-DC85-9B29790EB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0728DE-D8DD-1097-7B26-04FAB543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C402917-A341-51DD-E7F4-DB6C9D81FC3B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E349A621-CEEA-D43A-15BF-433779381405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E349A621-CEEA-D43A-15BF-4337793814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CC93BDF9-BCFE-CFEC-2055-B0531EC4CF26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CC93BDF9-BCFE-CFEC-2055-B0531EC4CF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5F625B80-DB57-FC0B-4CBB-83F2C0CF99A6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5F625B80-DB57-FC0B-4CBB-83F2C0CF99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00494BE6-1DF8-DDFA-AF2F-55E35BD91901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00494BE6-1DF8-DDFA-AF2F-55E35BD919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0B336574-B985-4F4B-8592-007B28A3E7E7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0B336574-B985-4F4B-8592-007B28A3E7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1D65D68E-FA97-341B-E641-16D3683018C9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1D65D68E-FA97-341B-E641-16D3683018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F41BE5C9-8685-DF43-1054-CB6B18CE37FB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F41BE5C9-8685-DF43-1054-CB6B18CE37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99DF3672-C4AF-05A8-0B9C-692DE7CFB87B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99DF3672-C4AF-05A8-0B9C-692DE7CFB8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AC1E37DA-B635-6371-9465-59ACB44160E9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AC1E37DA-B635-6371-9465-59ACB44160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4B20AFD3-E859-00E5-CF97-6800A748C60F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4B20AFD3-E859-00E5-CF97-6800A748C6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C2114F02-B9DC-69D9-F17C-0A3432634829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C2114F02-B9DC-69D9-F17C-0A34326348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E8180DB-BB46-E1BC-0519-8506CF664494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E8180DB-BB46-E1BC-0519-8506CF6644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DFE109E0-AB93-E406-418E-0F3B8C898CDD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1B48AA2-D188-E50E-526A-98898C954E46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CB81528-96C0-877C-8B52-E4BBD0B86C3D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8448B3BB-21BC-8E06-55FE-3053722CB865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62A71C69-9FD8-35BD-4617-0A776C093D79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952D6F24-8DCC-92ED-019C-9FA9B9620E8D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ACDAFD6-6BC5-9089-C9B3-E9DBE15DA18C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92870910-CDF8-27E9-FCC4-365656AF31E7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FC348016-F151-C5E3-E5BC-080D7A9B3079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087BA75B-E0D1-2F9B-BB31-222F00639092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067BBE0-D8F1-C165-E58C-13B75FF58586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67C25EC4-9F5E-B001-0A39-50F2D8E151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10E732A-B2B2-82FB-403F-79345A254F79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10E732A-B2B2-82FB-403F-79345A254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1E9304F-CE0A-3D3C-2F4B-AF48174FC4F4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1E9304F-CE0A-3D3C-2F4B-AF48174FC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6504554-19BC-F0AD-36FD-EAB4EEA34A8F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6504554-19BC-F0AD-36FD-EAB4EEA34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3847322-02A9-0711-0AC3-F1DB0DD2A669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3847322-02A9-0711-0AC3-F1DB0DD2A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59E9D88-F17A-88B3-F56D-984A5D99BBB4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59E9D88-F17A-88B3-F56D-984A5D99B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2451EA0-448B-1A8F-4815-71D9CC4B467B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2451EA0-448B-1A8F-4815-71D9CC4B4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DC0DE61-A157-FA1B-D81B-34C6C3629025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DC0DE61-A157-FA1B-D81B-34C6C3629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5F57031F-D227-7AFF-675D-3FED71835FC4}"/>
              </a:ext>
            </a:extLst>
          </p:cNvPr>
          <p:cNvSpPr/>
          <p:nvPr/>
        </p:nvSpPr>
        <p:spPr>
          <a:xfrm>
            <a:off x="5197779" y="5434597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%s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3A4EB57-57DC-E70D-7729-169A38C26294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821E155D-F677-8D50-18A7-3A64C333E06E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D40AF813-4688-9EBC-B632-D82E88FDEFCD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%f22 %f11 %f2 %f1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%a2 %a1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5BAEBB5B-D5F6-707D-3B94-DCF1063C8BED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430AA20-A003-B9CF-23CD-68DE884875B5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6D894CD9-F5BA-F4AF-CDB2-100B4E2A57C3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6C8D00A-9C61-4170-A7D1-B80342A6F233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20C07A18-63F2-A360-F7DE-91ECEECD9581}"/>
              </a:ext>
            </a:extLst>
          </p:cNvPr>
          <p:cNvSpPr/>
          <p:nvPr/>
        </p:nvSpPr>
        <p:spPr>
          <a:xfrm>
            <a:off x="7145950" y="5277633"/>
            <a:ext cx="3592370" cy="9925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5480829-E465-B555-5FD0-502243AECDF7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536F779F-A03B-9DB2-1249-009F0EE2AC79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536F779F-A03B-9DB2-1249-009F0EE2A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CE9A0063-61AF-0970-2AB4-5FEAB759D05A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CE9A0063-61AF-0970-2AB4-5FEAB759D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1EB1B13-4630-D73E-7C45-BBA629B67C3A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1EB1B13-4630-D73E-7C45-BBA629B67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8350C93-538D-88F1-5B80-E01663B43461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8350C93-538D-88F1-5B80-E01663B43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A2ADCC4A-58E2-6B7D-3D6F-979EE3971F51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A2ADCC4A-58E2-6B7D-3D6F-979EE3971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D555AE4C-E825-2CCF-529E-71CF8153C94A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D555AE4C-E825-2CCF-529E-71CF8153C9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1">
            <a:extLst>
              <a:ext uri="{FF2B5EF4-FFF2-40B4-BE49-F238E27FC236}">
                <a16:creationId xmlns:a16="http://schemas.microsoft.com/office/drawing/2014/main" id="{49B96AE4-2B8A-5D6A-74CE-9F35C6BD448B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6F1C49-9E94-E61B-9C68-2BAFA46035A1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899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ACF8-4D8C-680C-4626-738E16E1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73EB13-06A4-94D2-FE45-3E58960C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F4F584F-8675-2079-6A8D-9180DAEC10FD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87D59FDC-6233-6E68-F11D-EBAAA20034FE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87D59FDC-6233-6E68-F11D-EBAAA20034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9338B518-5CCE-669C-86A0-CBC58FFD5D26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9338B518-5CCE-669C-86A0-CBC58FFD5D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34A4A8CA-3324-0E99-F3B9-14C86474F0C4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34A4A8CA-3324-0E99-F3B9-14C86474F0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BB55F989-65FD-9438-64BC-0F72B5AC2EF6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BB55F989-65FD-9438-64BC-0F72B5AC2E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A661654C-9C78-7CD7-D9A1-2D5C5356C311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A661654C-9C78-7CD7-D9A1-2D5C5356C3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1E5AE6B5-F049-0091-A92C-A77F6434D914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1E5AE6B5-F049-0091-A92C-A77F6434D9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7DE8FB7D-D24F-998A-F599-C810A99589EE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7DE8FB7D-D24F-998A-F599-C810A99589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43A4B29C-61EC-FF5A-8D79-ABB2F012EF5E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43A4B29C-61EC-FF5A-8D79-ABB2F012EF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070052C-7BD0-51F3-2D62-51B0B4EE32B8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070052C-7BD0-51F3-2D62-51B0B4EE32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7F13746-9E70-380F-D76F-EB0F56F99F27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7F13746-9E70-380F-D76F-EB0F56F99F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07D6141E-5BB7-442C-74D7-CDA7E8F2C51B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07D6141E-5BB7-442C-74D7-CDA7E8F2C5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26F2A328-39EB-1C3A-E7CE-6CBEBD952382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26F2A328-39EB-1C3A-E7CE-6CBEBD9523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8C57DA1-0292-82F1-25CA-D263A4ADB127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175FFC0C-45D4-1646-5762-ABEF2A91D417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42B31F8F-4ECC-F27C-22A5-DBA73250A271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B67AFDFB-398B-EEC3-816E-1A939FE60DC2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370A5C23-FB59-6D64-7CF2-5084AF079E40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9BA2113-B7B8-8848-C85D-15EF693E776F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8D8DCB75-1847-4ADA-88C5-9BCFAE822D05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4F6FF84C-1F04-B93A-EDB4-A7CD9B6163C1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EF1BAAA0-519C-FCC2-38FF-78552B811BA6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9BAC070C-5BF1-D5D6-5738-F5FE7680F1DA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B126BA1B-1230-F429-5680-BEB826C7F9D3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AB695B9-D9CB-196C-8611-FA8DF70699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05AEED3-9D73-0B2F-CDCA-6CF6A9A5BD48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05AEED3-9D73-0B2F-CDCA-6CF6A9A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78517FA-955C-A6DA-EB76-0DA4E15F93C2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78517FA-955C-A6DA-EB76-0DA4E15F9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99DA3D9-ED01-7492-8E66-CC9DE00B9F08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99DA3D9-ED01-7492-8E66-CC9DE00B9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64DE521-158F-B5E0-E5E4-2A4D97929530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64DE521-158F-B5E0-E5E4-2A4D97929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9886BA3-E27D-299B-1E0C-AAF3F98448DF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9886BA3-E27D-299B-1E0C-AAF3F9844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40EE377-C5B3-A4F9-5435-8AEDDF59C25C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40EE377-C5B3-A4F9-5435-8AEDDF59C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D6D86E5-D1A3-EFE7-CAA5-55E6F21ECFB9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D6D86E5-D1A3-EFE7-CAA5-55E6F21EC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60B5E601-DF91-E132-5D00-7200E8F277C3}"/>
              </a:ext>
            </a:extLst>
          </p:cNvPr>
          <p:cNvSpPr/>
          <p:nvPr/>
        </p:nvSpPr>
        <p:spPr>
          <a:xfrm>
            <a:off x="5197779" y="5434597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BC89E4CE-6548-E285-9748-F42945B1170C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4D92D004-A9A8-C0CF-9B28-70EE85BF8026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B394F1CF-FA02-C855-8971-EFEAC7A52367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%f22 %f11 %f2 %f1 %a2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206E4011-09F8-D0F9-CBB3-969CD023E381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841B4BE-F827-8A97-2A1F-6DAE57075680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3E5AA081-BE77-E713-6A92-F3E7877AD402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3806CE6-6582-527F-E59B-100F956040B8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EB60A301-B87E-09B7-1132-226533F288ED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BD4306CC-65CD-4856-C507-AC39DA081D95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BD4306CC-65CD-4856-C507-AC39DA081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52525B6-73B4-93C2-AD72-E8B073FF239D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52525B6-73B4-93C2-AD72-E8B073FF2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F277A0A-A09A-DEEF-20AE-D2C8279CEBB6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F277A0A-A09A-DEEF-20AE-D2C8279CE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EF135097-3DE5-BC1D-7FEA-2FDDCBAAF811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EF135097-3DE5-BC1D-7FEA-2FDDCBAAF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5BD503D0-AE39-2B62-EAA0-D603E748A26D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5BD503D0-AE39-2B62-EAA0-D603E748A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82094C73-C263-242A-13C5-A9F52BFAF5D0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82094C73-C263-242A-13C5-A9F52BFAF5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1">
            <a:extLst>
              <a:ext uri="{FF2B5EF4-FFF2-40B4-BE49-F238E27FC236}">
                <a16:creationId xmlns:a16="http://schemas.microsoft.com/office/drawing/2014/main" id="{8A08A89F-456D-916F-921A-3E5C2829310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1D906A-B08F-5460-E013-FEB4E5DA24DD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942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286C-7B55-7BC0-7903-9921066A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B199D0-6C45-FAC6-6482-1118ECAE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20A44B2-76C7-7AFD-7C24-C1875B1B08A7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3D10ED1F-D7E0-A47F-7B91-DAC7DE084862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3D10ED1F-D7E0-A47F-7B91-DAC7DE0848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8B942C55-FB78-FC7A-C43C-ADA774F21180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8B942C55-FB78-FC7A-C43C-ADA774F21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AB77E8E0-9FA9-F311-FBBE-00D53335DD9B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AB77E8E0-9FA9-F311-FBBE-00D53335DD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3AB822F2-DE94-1157-70AF-BF8667A52368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3AB822F2-DE94-1157-70AF-BF8667A523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F52FC0B4-9ED5-9664-8221-B948901FB583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F52FC0B4-9ED5-9664-8221-B948901FB5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935C7010-68C5-08FD-B845-68C560FA9CA8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935C7010-68C5-08FD-B845-68C560FA9C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B9FA5BD1-1640-7E94-0BB1-813369C8E0B1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B9FA5BD1-1640-7E94-0BB1-813369C8E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40F3DF8-4A97-C3A4-8CB3-62150726E171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40F3DF8-4A97-C3A4-8CB3-62150726E1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C34EA606-9FBC-BCBA-6B2F-937E404FD1FB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C34EA606-9FBC-BCBA-6B2F-937E404FD1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98C0D3ED-9E36-76BA-2D2F-02C97A583C14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98C0D3ED-9E36-76BA-2D2F-02C97A583C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045F2F00-70A5-A9E7-AB3B-242B935B0C56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045F2F00-70A5-A9E7-AB3B-242B935B0C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B3CB7B8D-DE4A-64FC-0F0D-475EFD01A1FB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B3CB7B8D-DE4A-64FC-0F0D-475EFD01A1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10C2F28-F003-7992-638D-E3CBD958BCA7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65F5C23B-8DCA-A2F6-1C66-838236BBD907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03B02F7-C31E-C557-E460-20F7C8614373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EBC3584-4EA0-9CE5-B1A7-B4B0F1389695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2469167B-969F-D136-BF91-FC48FBAAFE2B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50A334DF-27C4-3B03-5A81-5117C385E257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32EBEAAD-9D85-D181-55E5-4288275F9A2B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77366F21-0D79-7103-DA06-AD1CBFB57B71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B475003-B213-4A71-4B79-8F1847D28833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DF262E9B-59D2-1068-2B2D-C4811BD07A47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16EE157B-70F5-BC8C-8A9C-C0F8FF6F8F1C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A476E9EF-9AAF-7DDA-9C9F-78BDB033CA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B65F229-414E-6D96-3A68-BBBD4FFDC92F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B65F229-414E-6D96-3A68-BBBD4FFDC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627B05E-6BD4-5DE1-F9C2-FFF47700954B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627B05E-6BD4-5DE1-F9C2-FFF477009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F9734C3-1E35-FB93-C0A7-D1CE5F68A80F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F9734C3-1E35-FB93-C0A7-D1CE5F68A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B2EB1FC-9013-D7C2-0828-2040C5C41435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B2EB1FC-9013-D7C2-0828-2040C5C41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D1F4C23-5544-A351-46E5-0377F0C9FA5F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D1F4C23-5544-A351-46E5-0377F0C9F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06D1480-E413-A21B-67B8-08AA43AC5D65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06D1480-E413-A21B-67B8-08AA43AC5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4848BCE-B84F-EEA1-4AFA-C32E336D163D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4848BCE-B84F-EEA1-4AFA-C32E336D1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87A8BDA0-9A03-7AB4-C98E-462C2A45AFCE}"/>
              </a:ext>
            </a:extLst>
          </p:cNvPr>
          <p:cNvSpPr/>
          <p:nvPr/>
        </p:nvSpPr>
        <p:spPr>
          <a:xfrm>
            <a:off x="5197779" y="5434597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1DBB8D9-65A9-1A9C-2713-BD0761EBC144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85F2874B-2917-AFDA-09AE-E8C2274A6DC8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74DE0F07-78A5-DA77-F753-6652F6B61CE7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%f22 %f11 %f2 %f1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DFDEE7C6-E8E2-A012-59E2-1872F4624A2C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2E3BE4CB-7045-B07E-5270-0D3C0720B81C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024FA014-7AA2-12BC-1DEE-B955076D5023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DCEC01F-1060-A004-4287-18FF17709961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16C8BBCC-5A04-AE69-6F82-5A2B0A5C60B2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2869368-D416-5D0F-0197-D15FDC30ABB1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2869368-D416-5D0F-0197-D15FDC30A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8710432-B7A4-2728-025F-D2702F8A50D9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8710432-B7A4-2728-025F-D2702F8A5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393ECEC-20F8-57D9-6355-6DF95BB450F0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393ECEC-20F8-57D9-6355-6DF95BB45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338D2FE-393F-1134-E164-6DE91003C162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338D2FE-393F-1134-E164-6DE91003C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B8887574-A50E-F480-7DBD-800FD3E28D53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B8887574-A50E-F480-7DBD-800FD3E28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FDBBDE3A-BCFD-2C6D-9BB5-17493ED5F686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FDBBDE3A-BCFD-2C6D-9BB5-17493ED5F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1">
            <a:extLst>
              <a:ext uri="{FF2B5EF4-FFF2-40B4-BE49-F238E27FC236}">
                <a16:creationId xmlns:a16="http://schemas.microsoft.com/office/drawing/2014/main" id="{9826847F-6CDE-B9C6-CF40-AB93B23B056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4980B7-78F6-AEDB-A7E3-1B8E5F433065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08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7E08C-457E-59C0-70FF-61A0357D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FC37F5-7DB3-04E7-FEFC-81294DF4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D1B084C-0E5E-7B7C-47F9-0385AD796620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8B524D98-F5FE-BFD2-005F-5FBDCE36FBF5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8B524D98-F5FE-BFD2-005F-5FBDCE36FB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3E19737C-34F8-1383-D349-B8F67BDE4E91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3E19737C-34F8-1383-D349-B8F67BDE4E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CBD58570-F826-B85F-B71F-2BA92450064B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CBD58570-F826-B85F-B71F-2BA9245006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DC71A7CD-3DD6-9EB6-9B6F-C782078AD573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DC71A7CD-3DD6-9EB6-9B6F-C782078AD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42DFCF17-0C65-9AFF-D24A-80573BC530DD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42DFCF17-0C65-9AFF-D24A-80573BC530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EC6A6AF5-F4B4-CEE2-1F8E-05A5378422D7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EC6A6AF5-F4B4-CEE2-1F8E-05A5378422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FB9AAEDC-0031-DC92-3B7D-ED4721E7A32E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FB9AAEDC-0031-DC92-3B7D-ED4721E7A3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F831EAC-4D1A-5BAF-47AD-2FB3EE62699D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F831EAC-4D1A-5BAF-47AD-2FB3EE626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2E715AA8-D007-E89D-FE81-04ED3006A041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2E715AA8-D007-E89D-FE81-04ED3006A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D25AAD99-B1B1-E96E-08B1-7890C4CD4A57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D25AAD99-B1B1-E96E-08B1-7890C4CD4A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3921F507-22EF-1AFE-F726-988C5A00175E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3921F507-22EF-1AFE-F726-988C5A0017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90A52AD9-F983-5F19-7130-050867621D02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90A52AD9-F983-5F19-7130-050867621D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6902807-94E4-9D2E-0ECF-238F856C31E9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D8391EBB-792B-64C5-8014-6B3769F968C7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34594A6-F1C9-3846-C947-A9A3CF7CE07D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2D0A5DE-4DDE-87E5-DDD1-9BCCF8137F64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DC5A0ED8-D681-AF2D-3DC7-045772839C96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AED2CAC-A01C-483C-ECC4-77C542AC29F4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3D46093B-2755-FE0F-B21C-C53A33CA0F11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9A288A5B-7E1B-A22A-E1D5-499769A5DDDB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6ABAE616-D26E-55F9-B25F-6AC4E72E6E09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44C787E-6BBA-D1E4-1B6D-5F778B4F72E3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DAB02A26-1DE3-1ABB-900D-CF84D3D311B1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2231F7FA-ADB9-DADD-2420-574626E45C9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C51887A-9B96-0638-2CC3-EB03DE657BDF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C51887A-9B96-0638-2CC3-EB03DE657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B14DA98-4FC2-3EAA-BB8C-44C63E0CFCE3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B14DA98-4FC2-3EAA-BB8C-44C63E0CF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3592951-BCDE-0C76-F039-B9932F5D32A5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3592951-BCDE-0C76-F039-B9932F5D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46677CD-C4A5-31E3-288C-267D275091D5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46677CD-C4A5-31E3-288C-267D27509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E365D72-D383-7371-1418-2E7C8152B147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E365D72-D383-7371-1418-2E7C8152B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B4BBA2A-51C3-B273-4B37-92A3AC695DD5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B4BBA2A-51C3-B273-4B37-92A3AC695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4CB5223-5B77-89DA-0BFC-E41B3CEC2F7C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4CB5223-5B77-89DA-0BFC-E41B3CEC2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B8D595B8-4148-4DD2-6FBD-BA15D9886F96}"/>
              </a:ext>
            </a:extLst>
          </p:cNvPr>
          <p:cNvSpPr/>
          <p:nvPr/>
        </p:nvSpPr>
        <p:spPr>
          <a:xfrm>
            <a:off x="5197779" y="5434597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%f1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44DA1A2-0784-D747-020C-F1B5B9767555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6E14A948-495F-FEE7-FACC-A01932009E92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9364878A-6BDA-619B-D804-3529481D910B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%a1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%f22 %f11 %f2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3BC03C0C-144B-74D6-11D5-D950DE1250C9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46D7C0E-66B3-401F-DE52-8FDE8F7CD810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E5DC54A9-D5F2-05A8-DC79-62A492D8EB59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5C139E7-9C24-3371-324B-CA8147588834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44FF8E97-F8DA-4F3D-233C-5AA32300881F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70FCA04-F4F0-216A-C6BD-A97EB1A5E283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70FCA04-F4F0-216A-C6BD-A97EB1A5E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107B55D-DCB5-B2DB-643E-8BB51579A09B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107B55D-DCB5-B2DB-643E-8BB51579A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4C1535D9-B39C-5C63-D19B-6C7CF125DC0A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4C1535D9-B39C-5C63-D19B-6C7CF125D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1BB859E-E5C9-673B-8C88-EAD1817163BA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1BB859E-E5C9-673B-8C88-EAD181716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1D23D0E8-3F7A-E6BD-E108-374BB5FF4121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1D23D0E8-3F7A-E6BD-E108-374BB5FF4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DF9ED583-EB8F-8144-0DA6-9D3865A1821E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DF9ED583-EB8F-8144-0DA6-9D3865A18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3F150FAC-487C-0FB3-7694-091F38976328}"/>
              </a:ext>
            </a:extLst>
          </p:cNvPr>
          <p:cNvSpPr/>
          <p:nvPr/>
        </p:nvSpPr>
        <p:spPr>
          <a:xfrm>
            <a:off x="7478604" y="2717305"/>
            <a:ext cx="3259715" cy="8235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98DF5951-6C3B-9F86-A702-7584163A169A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1">
            <a:extLst>
              <a:ext uri="{FF2B5EF4-FFF2-40B4-BE49-F238E27FC236}">
                <a16:creationId xmlns:a16="http://schemas.microsoft.com/office/drawing/2014/main" id="{220DA3B4-7E08-4EFB-3CB1-0199CC21A678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972C63-63BE-97CD-9E2D-CFAC3A515074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04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3413-270A-C4E7-956C-ED0454AE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B3C9BE-0F67-E392-A7DC-5D55880E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3FAFBF8-53AA-5760-70DB-A1FA3BD84943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45B2ACD7-24A0-41F5-61BD-EFFA896F76FB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45B2ACD7-24A0-41F5-61BD-EFFA896F76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045BE54A-BDDC-048F-863A-995696BD6810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045BE54A-BDDC-048F-863A-995696BD68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8C48A50B-459A-B050-7C87-4B41B61783D2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8C48A50B-459A-B050-7C87-4B41B61783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436814F7-E7FB-51CE-4429-66678178CDF0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436814F7-E7FB-51CE-4429-66678178CD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BAD6FAC2-9FCD-9AC2-8F40-6F437B32153E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BAD6FAC2-9FCD-9AC2-8F40-6F437B3215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C95F7779-389C-89EE-F230-8685582FC790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C95F7779-389C-89EE-F230-8685582FC7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086B0C1F-861C-1323-0BC2-8E9984F63D2F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086B0C1F-861C-1323-0BC2-8E9984F63D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A6D905BB-DE5F-36AB-0F21-96E9DB002BD0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A6D905BB-DE5F-36AB-0F21-96E9DB002B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D1F81416-F0B4-7DB6-5C9F-93F21EB587F1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D1F81416-F0B4-7DB6-5C9F-93F21EB587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881BA29-5115-05F6-CF50-B9A4D0C07B60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881BA29-5115-05F6-CF50-B9A4D0C07B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EFC36397-05F0-55B5-0545-85658F029FA2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EFC36397-05F0-55B5-0545-85658F029F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EAB52C9B-529F-AABB-CACE-DB4EE00105CE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EAB52C9B-529F-AABB-CACE-DB4EE00105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5D700D7-E853-4586-D08D-DBE9C00B1A5C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850D6E65-4100-DD85-00D7-9B0F269934CF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1A9B5F98-6D9B-A14C-99F0-F22BFF25CFF6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5D910525-6E90-C31C-BF39-48E21801A4BC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FB20B30C-A8B6-6028-9C7B-5EBB69AEBFE5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2B416EE2-363C-7200-9FF2-A6675891DE7E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898257C7-8E48-E070-72C8-E32CD177A34E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6A02D24E-6E17-EA41-CBF2-8456DC4F292D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40198C72-A9C1-4EC5-CDDB-590FC4B92DA1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B783FBF5-1B45-A49B-5E8D-A66E2D876973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54C2A029-A999-D885-9B7D-4F5FF80868CF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6D757F27-E693-6414-ECFE-BAAE9A0C02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485AC60-F0B4-4E73-211A-CFEC4569C2D0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485AC60-F0B4-4E73-211A-CFEC4569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866A155-A764-5968-B09C-D751234681D4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866A155-A764-5968-B09C-D75123468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5ED2FD7-AE0F-5132-FC39-840740715E61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5ED2FD7-AE0F-5132-FC39-840740715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8773DC9-4DDE-705E-0B75-98D27A0CD45D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8773DC9-4DDE-705E-0B75-98D27A0CD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B90FB4E-13E5-6A16-F2A5-827BB7EC6CBE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B90FB4E-13E5-6A16-F2A5-827BB7EC6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A14C3CF-264A-43FF-BDB5-888AA1825EAE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A14C3CF-264A-43FF-BDB5-888AA1825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6A3B1E6-AD30-A8C2-1C48-80489B829BE4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6A3B1E6-AD30-A8C2-1C48-80489B829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61C06178-9987-E4DD-289A-0DD740AB0B95}"/>
              </a:ext>
            </a:extLst>
          </p:cNvPr>
          <p:cNvSpPr/>
          <p:nvPr/>
        </p:nvSpPr>
        <p:spPr>
          <a:xfrm>
            <a:off x="5197779" y="5434597"/>
            <a:ext cx="424158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%f2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9AC9C6C-63F6-46B1-DC45-46A6F00E51BD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349AC8A8-254B-2AF2-4EBC-FFF2983492F3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6CD16A83-A484-4354-DBA9-FBABA0108199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%a2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%a1 %f22 %f11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025ED03B-AE99-737C-C5C0-582A74550E35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4885C18-CFCE-339A-8EB6-B1E291198D3A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ED12995E-4608-DFDF-9E1A-D77B633DA12F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14AB18A-6CD1-6215-FF35-3B43735209FE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0214E182-382F-1661-5D1F-745BE65A3A5E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C09B4D9-A16A-BA47-7166-D1D0295F6E82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C09B4D9-A16A-BA47-7166-D1D0295F6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DD12FB7E-7FFD-8318-B076-3A5694841A89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DD12FB7E-7FFD-8318-B076-3A5694841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25F506B6-9B18-EE70-D16A-25DC5BCE5E91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25F506B6-9B18-EE70-D16A-25DC5BCE5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0405C0E-6582-23EA-69E5-BD67652F2EB6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0405C0E-6582-23EA-69E5-BD67652F2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422B1E4F-4416-B814-C5B4-03F78985A6FA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422B1E4F-4416-B814-C5B4-03F78985A6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B24BA74-5529-4AC5-1461-A32952BB82EF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B24BA74-5529-4AC5-1461-A32952BB8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694F6F16-C792-1564-AF20-ABDDE082F801}"/>
              </a:ext>
            </a:extLst>
          </p:cNvPr>
          <p:cNvSpPr/>
          <p:nvPr/>
        </p:nvSpPr>
        <p:spPr>
          <a:xfrm>
            <a:off x="7478604" y="2717305"/>
            <a:ext cx="3259715" cy="8235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FE456415-4C10-3CC6-3C81-C4034BCDF22B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8C6FF354-CF2B-6954-8465-66AEFFDFB453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1">
            <a:extLst>
              <a:ext uri="{FF2B5EF4-FFF2-40B4-BE49-F238E27FC236}">
                <a16:creationId xmlns:a16="http://schemas.microsoft.com/office/drawing/2014/main" id="{6279E6B1-44E1-617B-ADE9-4B7D25E5213A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452AE8-F5BB-F952-2798-9C4B55BFDC90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579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B53B2-74B6-0214-A1C3-F1AE86243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0C93EE-865B-2250-22FD-95A419A1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59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E9C2A42-F323-5C5E-BDDA-BFE908762BC0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515D105F-636F-5993-37F5-FC975A0943A7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515D105F-636F-5993-37F5-FC975A0943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3BF1FEC5-94D6-A360-5AD7-1CFBA2D6CA0D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3BF1FEC5-94D6-A360-5AD7-1CFBA2D6CA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CF7074B2-360A-67D4-062E-CEB6C72F409E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CF7074B2-360A-67D4-062E-CEB6C72F40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150EA95F-D033-D0B9-D2AB-799B7B9D1532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150EA95F-D033-D0B9-D2AB-799B7B9D1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00A7771-962F-9F9F-BDB8-F2A047C7CC27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00A7771-962F-9F9F-BDB8-F2A047C7C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231732C5-4615-98DB-904C-7F1291A82E25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231732C5-4615-98DB-904C-7F1291A82E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F540F4A2-1BD1-8154-9712-99BE385B6A32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F540F4A2-1BD1-8154-9712-99BE385B6A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80B3AD7E-F532-A796-5C82-4CF18C0B4C15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80B3AD7E-F532-A796-5C82-4CF18C0B4C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C45353D0-2FE3-1A88-0E94-586552A65B83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C45353D0-2FE3-1A88-0E94-586552A65B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3537F36E-B12B-93D0-485F-14CF5FD1C748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3537F36E-B12B-93D0-485F-14CF5FD1C7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272F6BE6-DCF9-AEB3-E52F-186E26BA000E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272F6BE6-DCF9-AEB3-E52F-186E26BA00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0E1D9E08-26CE-876E-E271-6BD368193B9D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0E1D9E08-26CE-876E-E271-6BD368193B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D9BC55B0-3D0F-A934-0B14-4290498A1F42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44997646-1E4C-465B-B266-D0CB61AF0FE8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67C62D68-8221-4D0F-CDE7-D0FF4C5FF580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C68DF758-A29A-871E-B651-3E61C6188D8F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DC4D9795-7270-282F-B87B-950F4382C0F5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9F3947BB-FDDE-DE54-3923-E399009AC977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28961615-62C1-D59C-DBD7-429DC09F204F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47BE033-E3D8-C3CB-9761-F458EA1BA67B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8A55BACF-0414-9062-A117-CF09263528E2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9F4BF76-E952-C1FD-8984-A41AEA879BE5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D2A0B4E8-DE66-4CFE-3347-52E377A3E7FB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03AA7DBC-ACA1-6AC0-C988-E73F25DB15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F18F5CF-1CFC-4A6A-8C73-B21040829F54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F18F5CF-1CFC-4A6A-8C73-B21040829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BD2CEE3-CE30-3514-8778-D9B9D7972DED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BD2CEE3-CE30-3514-8778-D9B9D7972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43ACE95-5F99-E5FF-F5AB-A30F9342A11B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43ACE95-5F99-E5FF-F5AB-A30F9342A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CCAA0A1-8640-E3E4-4423-9AA4A47BCB59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CCAA0A1-8640-E3E4-4423-9AA4A47BC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966D14B-0BEF-A3FF-5B2F-019E2722E0F4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966D14B-0BEF-A3FF-5B2F-019E2722E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EA8BA20-04BD-B489-374C-FAB3EA059C81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EA8BA20-04BD-B489-374C-FAB3EA059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9C65802-0C8E-79B6-CC15-C09848AD11C2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9C65802-0C8E-79B6-CC15-C09848AD1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3F405C32-B221-8CA4-94D6-C783A1E98900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%f11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C9F9015F-67C3-FDCA-71F8-DB13A25F0DD7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D3CC4D62-37B0-B658-1551-A8118EFD9F40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E51AF10D-1F6C-DC7E-279D-221CF3BF7BF3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o.f0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%a2 %a1 %f22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DCDFCFCB-0833-1495-E285-F14BE1558F10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7D1D2D5-8B10-F495-2D39-14A50473E4FA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4A911D1D-C10D-036B-A1CD-FD77BB8C510F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A6BAD4E-51EA-4A08-7C47-C7837334E4EE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F92F7348-EA6F-DB8D-8716-72E824958C34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A072931-BE91-1D1F-F5D5-A38315F4E3E9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A072931-BE91-1D1F-F5D5-A38315F4E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CC08EFF-7EF3-DEC6-7037-E23B9F5142F2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CC08EFF-7EF3-DEC6-7037-E23B9F514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7ECB77D-FDBB-2A48-B524-0265FAC27452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7ECB77D-FDBB-2A48-B524-0265FAC27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2665661-0B65-CF83-F622-B4E1D548E26D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2665661-0B65-CF83-F622-B4E1D548E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1CF17D5E-A39A-9E43-BA7B-C6E6B641194D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1CF17D5E-A39A-9E43-BA7B-C6E6B6411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A7ECC02-9004-16C7-EF5A-4E7F12E4109A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A7ECC02-9004-16C7-EF5A-4E7F12E41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795A3711-7C60-9AD3-2190-B95110509061}"/>
              </a:ext>
            </a:extLst>
          </p:cNvPr>
          <p:cNvSpPr/>
          <p:nvPr/>
        </p:nvSpPr>
        <p:spPr>
          <a:xfrm>
            <a:off x="7478604" y="3557059"/>
            <a:ext cx="3259715" cy="8235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AA30C04C-D5A6-8962-DFEF-C9C38AEB429B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CFD7187B-7744-B9C4-89C9-5172BD687024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9D37CB0-20BE-19B0-B103-49754D24D791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11">
            <a:extLst>
              <a:ext uri="{FF2B5EF4-FFF2-40B4-BE49-F238E27FC236}">
                <a16:creationId xmlns:a16="http://schemas.microsoft.com/office/drawing/2014/main" id="{93155A10-D7B6-E638-4697-526F78B14F0D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CE7644-4B85-22F2-3398-DA47DEFC38E3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57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232E-C930-4E81-72C6-E40ED718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6132CF-54B8-1780-C7C5-35AC4063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24562B8-A8DF-7E42-1C2E-6FA36CCE7BBE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4F68C967-DDA4-A788-1E25-BE7A6A9491F1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4F68C967-DDA4-A788-1E25-BE7A6A9491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EEAF3E39-D44B-46A1-0A83-155CAA25B058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EEAF3E39-D44B-46A1-0A83-155CAA25B0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32B26D3B-AF25-2A25-F1FD-BEC4EFA1AD09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32B26D3B-AF25-2A25-F1FD-BEC4EFA1AD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A81E2DC-D930-E9D5-F3F2-3E2ABAE3D49F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A81E2DC-D930-E9D5-F3F2-3E2ABAE3D4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C5B853A-2149-E6BA-C83C-4B173B0F8C21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C5B853A-2149-E6BA-C83C-4B173B0F8C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D0A89F9-6D87-627C-1F80-13770EFCE658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D0A89F9-6D87-627C-1F80-13770EFCE6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1B3ACB43-BB04-40A7-C100-1905F77605B1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1B3ACB43-BB04-40A7-C100-1905F77605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C3BFAC79-1EA9-39BC-F3E6-78ED5062403D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C3BFAC79-1EA9-39BC-F3E6-78ED506240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F6B39B0-F3D1-7BA3-5551-02372439B3F7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F6B39B0-F3D1-7BA3-5551-02372439B3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57FD8AAA-3446-26A6-65CB-235664C191ED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57FD8AAA-3446-26A6-65CB-235664C191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5EC953ED-9F98-FD7E-EED3-6F03C53D9D4B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5EC953ED-9F98-FD7E-EED3-6F03C53D9D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E87536E9-92EC-B429-1BFC-50513729B999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E87536E9-92EC-B429-1BFC-50513729B9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A690475B-10C5-71EC-ECD7-57B70FF20BAA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EEE5B51-2BBC-1D85-101C-D7EF7241DC7D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9B06D37-7574-C820-FE3D-ABD899A05B63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455FA82-050C-4D34-4050-C1BAAA7D703A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4253530D-5AD4-A894-2EF6-F04737231041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2F195B05-14DF-D156-1213-119C16062E53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0AED82B-FC5B-9B93-CC2E-5F047B34A7D2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C2ED05C-CE2E-ECF2-B3E6-5EE74F6F5AF4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39E5853-02FA-557E-309A-DB7DE5DE97B4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60194955-0686-D8B9-8B2F-6525AC19B353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C6786388-F36C-53DE-564B-CBA7B0AA4D03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337CC2F9-EEF3-846B-4924-6081F61CCE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3BC4BE0-E1BB-AEFE-CAD8-BEA3DEF06925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3BC4BE0-E1BB-AEFE-CAD8-BEA3DEF06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29CB6F0-68DA-ADD9-E543-66DBF759AD73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29CB6F0-68DA-ADD9-E543-66DBF759A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533C144-57DE-FAE4-4589-77EA31B56612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533C144-57DE-FAE4-4589-77EA31B56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90A82D9-F9BB-99EA-39FF-9411879F1298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90A82D9-F9BB-99EA-39FF-9411879F1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CE349037-BAF3-1D37-6C9A-228E31032771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CE349037-BAF3-1D37-6C9A-228E31032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F888716-D722-51D0-03A3-CFD7DD9D62BA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F888716-D722-51D0-03A3-CFD7DD9D6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1E969E94-9C53-16B8-5606-1C33E5056079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1E969E94-9C53-16B8-5606-1C33E505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D3983A4B-BB83-91E4-EAE3-3CA4D9D0E334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%f22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46BD62A-820A-C3FD-DBB3-5F0975E4754A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5B2C413A-825C-AD5B-84FC-D140543177FE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50ED8170-F10B-9DD4-B7EF-E17EB602DCEF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o.f1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o.f0 %a2 %a1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D287108C-24F5-7903-1A5E-0E983612379F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32DC7D1-2EA8-5075-5A87-45101A388678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6A9EE025-9597-D78A-741E-889C4F717400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FEDB647-A6B5-F51E-920A-50E155FA449A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AC9BDA51-9E6E-8B87-F9BE-55B549708DC7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7A7582B-C757-5E02-DDB9-7FA8905C0876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7A7582B-C757-5E02-DDB9-7FA8905C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D476F80-DC09-977D-1669-F3EAD8E92A66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D476F80-DC09-977D-1669-F3EAD8E92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CA2CA89-53EA-841E-797A-D07B4293568D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CA2CA89-53EA-841E-797A-D07B42935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FA1BF81-DD09-867C-6A18-7BEBAF72F260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FA1BF81-DD09-867C-6A18-7BEBAF72F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81CAD7F7-19C2-426D-FF65-0B78F4BBBA14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81CAD7F7-19C2-426D-FF65-0B78F4BBB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31F219E-74D5-A149-23FD-CEAEBB9BC1D6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31F219E-74D5-A149-23FD-CEAEBB9BC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DA87A845-727B-9242-34CD-B21DB37714A1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9884B4E4-22BB-6B5E-46A6-F9CEC790357B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8E89CBC-E1B4-71AB-7141-2F71A0A69F66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B3C907F-CA08-2DDC-031E-43E8E96930FC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7DF79F74-9B1C-6BA3-A04A-C3F996E71806}"/>
              </a:ext>
            </a:extLst>
          </p:cNvPr>
          <p:cNvSpPr/>
          <p:nvPr/>
        </p:nvSpPr>
        <p:spPr>
          <a:xfrm>
            <a:off x="7478604" y="3557059"/>
            <a:ext cx="3259715" cy="8235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1">
            <a:extLst>
              <a:ext uri="{FF2B5EF4-FFF2-40B4-BE49-F238E27FC236}">
                <a16:creationId xmlns:a16="http://schemas.microsoft.com/office/drawing/2014/main" id="{D27F5A40-DC2B-2B77-F694-513EF3D05936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041746-4024-3A5B-56CF-9702957B3646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425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70FE2-9061-2489-47F5-FDC35CE0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18ACC8-59DB-D3BB-1A9F-51161385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9777377-8AE8-1B5A-94AE-364D0BC49981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21491BC0-7AF5-486F-DEB9-45BAC71222FA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21491BC0-7AF5-486F-DEB9-45BAC71222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13C4D93E-640B-BF2E-D645-D30EB06688D2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13C4D93E-640B-BF2E-D645-D30EB06688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2AB012CB-1190-E1CB-1FF1-05EFA75FCEAE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2AB012CB-1190-E1CB-1FF1-05EFA75FCE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A819531A-284D-042D-6DAB-8123C9617B8F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A819531A-284D-042D-6DAB-8123C9617B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B48BA96-A950-D39C-455D-1ADFEDCE255C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B48BA96-A950-D39C-455D-1ADFEDCE25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C0B2A8AC-2740-9A9B-88BB-0657D61F66F4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C0B2A8AC-2740-9A9B-88BB-0657D61F66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23410BBE-12D4-18B7-8896-CFC4E7A24A26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23410BBE-12D4-18B7-8896-CFC4E7A24A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8B862B4-973D-E785-2678-997E547FC779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8B862B4-973D-E785-2678-997E547FC7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AD440273-FAEB-03B2-01F2-F553F92F2DD2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AD440273-FAEB-03B2-01F2-F553F92F2D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B6DDFC09-E9B9-6D24-39FD-2C3AC338693A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B6DDFC09-E9B9-6D24-39FD-2C3AC33869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63C1D922-7AE8-FE16-2633-1CA8CF7F6388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63C1D922-7AE8-FE16-2633-1CA8CF7F63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F56BD5D1-574F-C546-6355-A970CA0D3556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F56BD5D1-574F-C546-6355-A970CA0D35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2DE5C41-F420-6F3F-D2A9-D96C1CBF0D68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F6595EDA-76EB-3533-34F0-80F630C991E0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399B632-3663-A495-12BC-EF18FD2CB47C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8BA080B0-BE30-845C-CF76-1F52F95F0B77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D5614B9-B5C9-1EA8-B639-E21201E670D9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51F766F5-2A3B-56B4-9552-0AC170DEE421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D599D3DC-CCC2-E24E-BEA9-9280D47A84CD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4DA852CC-F3ED-23AA-7400-FDB295740281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0149F136-5DAD-DB4F-16CA-171CE1C4CE91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245CC373-1C04-A218-DB57-289FFA1D9DCC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50A01DD0-8BFD-C345-83B8-5078C804A0C2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360300A2-FB5A-FA03-C5A9-F4F33DDD01C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0788A02-2605-0AE2-D8A4-BD8697EBC1F3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0788A02-2605-0AE2-D8A4-BD8697EBC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8FDBB52-4466-E5B4-3B17-D38A0C2BF473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8FDBB52-4466-E5B4-3B17-D38A0C2BF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0123AC-6BC4-349B-92AE-BBD12E508CDC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0123AC-6BC4-349B-92AE-BBD12E508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F21E82E-AA93-A194-D347-CD6809D193CC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F21E82E-AA93-A194-D347-CD6809D19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B734BBF-3F97-A13E-96D3-78E591D7C005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B734BBF-3F97-A13E-96D3-78E591D7C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6AFFEC4-3524-212D-A797-80AC6BC185A0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6AFFEC4-3524-212D-A797-80AC6BC18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C4FD807-D3D6-0F81-6A9F-CE5D006018D3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C4FD807-D3D6-0F81-6A9F-CE5D00601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F268C4F1-0CE8-92D2-F138-83083A015C82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18E7A2E-D492-3E65-09CC-D0C78F8DF92E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9E173A9D-9EC3-B7B2-868E-6EDFF3539867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91AEA53C-DF1E-DF54-AE0A-DDC8A301E234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o.f0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o.f1 o.f0 %a2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87CBD176-7F22-2A5D-4D1E-312671E8421F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57AA39D-EAAF-85C9-2622-046B4A5E3C68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CCB370A-0E8D-3F4F-B5FF-58C2A565841F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1CC3E6CE-D39B-DB5A-8D87-6C9C94EA1DF7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693EE5D9-DE40-4FF1-3FB6-7A020A0DB7A3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6751EBC4-0BEF-8E3C-84C7-02C2275CF2D2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6751EBC4-0BEF-8E3C-84C7-02C2275CF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88589AC-6124-54E0-29B8-527403073005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88589AC-6124-54E0-29B8-527403073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CC8D0B4-3052-926C-E141-871BDE88778B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CC8D0B4-3052-926C-E141-871BDE887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235DD01A-1AF7-9F74-0ECB-8A12713F2FE8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235DD01A-1AF7-9F74-0ECB-8A12713F2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A86E9487-75EE-4A7C-B1DC-007356632E45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A86E9487-75EE-4A7C-B1DC-007356632E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289B2C96-840B-D8A2-A352-D62B6AE3F775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289B2C96-840B-D8A2-A352-D62B6AE3F7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21750DA1-6D11-AD42-C72E-9B31C24E626A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BC780124-60C8-518D-D707-BEC9E5302FB0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44B66AA-E550-8661-6816-9772ED176D26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AABC4C5-FD3B-9E2F-D7F0-9C240B28AD54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A9ADAB2-DCBD-7A5E-0A0C-0A0005B50450}"/>
                  </a:ext>
                </a:extLst>
              </p:cNvPr>
              <p:cNvSpPr txBox="1"/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A9ADAB2-DCBD-7A5E-0A0C-0A0005B50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blipFill>
                <a:blip r:embed="rId29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199466F2-9F96-A2A5-656B-D7F800B6D60E}"/>
              </a:ext>
            </a:extLst>
          </p:cNvPr>
          <p:cNvSpPr/>
          <p:nvPr/>
        </p:nvSpPr>
        <p:spPr>
          <a:xfrm>
            <a:off x="7280580" y="4488023"/>
            <a:ext cx="3457740" cy="7696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1">
            <a:extLst>
              <a:ext uri="{FF2B5EF4-FFF2-40B4-BE49-F238E27FC236}">
                <a16:creationId xmlns:a16="http://schemas.microsoft.com/office/drawing/2014/main" id="{886F5384-D372-F670-256B-09A7BC27F66F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D43F346-6439-94C8-67C1-6E4BFEB6C0B1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116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56335-1B85-BE57-49E0-E05921A2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253946-4A0A-96FB-AB6A-08646FE3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DB09363-EEE1-6D34-11DB-B3CAAB494351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02DEAB9-B02D-4E83-B529-15FF7C97161B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02DEAB9-B02D-4E83-B529-15FF7C9716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2B167838-6000-5C00-31FF-98E6E2C29C6C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2B167838-6000-5C00-31FF-98E6E2C29C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67BF90D7-D0DF-545C-025F-CED659A4D3B9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67BF90D7-D0DF-545C-025F-CED659A4D3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B56D65DB-1988-33B3-9251-CFCBD2D9A130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B56D65DB-1988-33B3-9251-CFCBD2D9A1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4802AC1F-7BAB-BABA-3710-1A603B07A0C1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4802AC1F-7BAB-BABA-3710-1A603B07A0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92E85B6-B6D8-DA30-245A-C5971552F57B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92E85B6-B6D8-DA30-245A-C5971552F5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049D8931-9404-F750-B805-CB8ED419DEE3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049D8931-9404-F750-B805-CB8ED419DE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060B2157-3153-C027-1ECB-A2840A408178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060B2157-3153-C027-1ECB-A2840A4081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31FA0E89-1397-D3DB-8DAE-23328946CF8E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31FA0E89-1397-D3DB-8DAE-23328946C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1FCA33E5-63C9-EC9F-26C5-5B7A3B2A6655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1FCA33E5-63C9-EC9F-26C5-5B7A3B2A66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F7E2EC6B-6C37-B8C8-8180-9DF81C6B6B51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F7E2EC6B-6C37-B8C8-8180-9DF81C6B6B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8B96FCEB-C01B-0A0E-2C37-351A7D476901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8B96FCEB-C01B-0A0E-2C37-351A7D4769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C8D9243-21B2-4C0A-1EC5-9DF1B04280C4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3CC9B24E-34A1-77BD-8FD8-CC43A15E47D2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7129FFB-9E1B-5085-E56D-9680457BD942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45B04A60-BAC5-03FF-6DB3-1B1E4ED5F725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0FA6D174-4049-9EAB-3958-4159E74AD265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327481F9-643D-461D-0985-AC23288FCE0E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573C7333-EA6A-42C6-AC11-2E0768E24E50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AD6F62D5-E543-ABF5-0949-A4B7C3DCF773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4733C2AB-78EC-DA21-13FF-8791E9DC7B5D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3556EC9-C81C-0F21-C2B6-76509F2D9A4F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9473766A-5D88-459C-D839-39DDD116078F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3CE4F4A9-E9D3-12B4-EFC0-B6D49891A42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EC8D394-8EEB-B91E-C97D-596F2DFA39B3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EC8D394-8EEB-B91E-C97D-596F2DFA3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EF8BF14-BA11-C7E1-5122-9417050CBF5A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EF8BF14-BA11-C7E1-5122-9417050CB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E55679A-A13E-C50A-9FCA-673D9911A3F4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E55679A-A13E-C50A-9FCA-673D9911A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62B1080-2357-63C8-39AE-FD9EEDADCA5E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62B1080-2357-63C8-39AE-FD9EEDADC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2AC4ABC-AD59-76E4-C211-43F536BECDF2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2AC4ABC-AD59-76E4-C211-43F536BEC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8B77F99-5684-8B4D-4DFB-B3BE0932D95F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8B77F99-5684-8B4D-4DFB-B3BE0932D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216F3AA-87F2-B721-36AB-37421E68F729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216F3AA-87F2-B721-36AB-37421E68F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F43BA683-A474-F6F7-52C7-38A6CC715123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%a2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B03FCDB-22CA-0524-8810-724891A49DD7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9D103A44-E95D-D639-5BF9-C0D08B3AC12A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BAF5E0F9-458D-7EAF-DEB3-2C6E2B571C17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o.f1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o.f0</a:t>
              </a:r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o.f1 o.f0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9E93CACE-C79A-B056-B3CF-5EE9768F191C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3A86BC1-51F8-6E2F-D998-428F8896CE8A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7D1A805E-3DD3-9213-BE1E-884B17DDCFA0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6FFBC4C-E6B8-9CCD-6420-A088F08D502A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36E95F2C-8330-8962-279F-B708D9E03583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CB8E1103-50C0-DF6D-CA34-F99B3A582765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CB8E1103-50C0-DF6D-CA34-F99B3A58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D36D284-F8B5-5158-D9B2-D339BB2E85B9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D36D284-F8B5-5158-D9B2-D339BB2E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E2F2091-6468-6F82-7B1F-3C1B0FE612E5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E2F2091-6468-6F82-7B1F-3C1B0FE61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836AAA5-EF6C-0802-B798-DD0C51776B73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836AAA5-EF6C-0802-B798-DD0C51776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1212E797-3C03-F964-EF61-84074075B569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1212E797-3C03-F964-EF61-84074075B5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00685028-4A73-74B5-6519-810B0EFB3FE3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00685028-4A73-74B5-6519-810B0EFB3F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C68F2813-8ACB-B171-2DBB-2EDBB94485E2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99117B40-B540-F020-F92A-E83F3A7C8D7A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B296599-10B5-7D1F-E104-079B0A157486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A2D6995-67FC-1FDF-E5B5-BD145F4EF3E1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AA3CC3C-3FAC-237A-F353-16484FEAFF20}"/>
                  </a:ext>
                </a:extLst>
              </p:cNvPr>
              <p:cNvSpPr txBox="1"/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AA3CC3C-3FAC-237A-F353-16484FEAF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blipFill>
                <a:blip r:embed="rId29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A90BF55F-25DE-A64F-A32B-C32EB61F5468}"/>
              </a:ext>
            </a:extLst>
          </p:cNvPr>
          <p:cNvSpPr/>
          <p:nvPr/>
        </p:nvSpPr>
        <p:spPr>
          <a:xfrm>
            <a:off x="7280580" y="4488023"/>
            <a:ext cx="3457740" cy="7696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97B3614-8BC3-42BB-A04B-1CA3092DDF6B}"/>
                  </a:ext>
                </a:extLst>
              </p:cNvPr>
              <p:cNvSpPr txBox="1"/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97B3614-8BC3-42BB-A04B-1CA3092DD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blipFill>
                <a:blip r:embed="rId30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标题 11">
            <a:extLst>
              <a:ext uri="{FF2B5EF4-FFF2-40B4-BE49-F238E27FC236}">
                <a16:creationId xmlns:a16="http://schemas.microsoft.com/office/drawing/2014/main" id="{F7555C8F-878F-DED5-2909-26B49FFFCB3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44F3F6-F1E8-5A04-00CA-228A6D8AFF62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57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EBC2-A2AB-48BE-AFAA-7D3A2934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0DDC24-A030-7979-EF18-11E8113C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9536B2C-E362-3331-F9FB-ECA524265942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AA7DE4E6-C66A-C781-ECB8-14623D9524F5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AA7DE4E6-C66A-C781-ECB8-14623D9524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D7B445EC-5686-6FAC-3D27-6FA7F20C9171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D7B445EC-5686-6FAC-3D27-6FA7F20C91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BF07490D-2FFD-1A13-5A2D-864D2864AB2E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BF07490D-2FFD-1A13-5A2D-864D2864AB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71A4B8D8-C68C-4B0E-06C0-21A0FE8A1D10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71A4B8D8-C68C-4B0E-06C0-21A0FE8A1D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B57CE95-BBF2-0082-3DEC-F62FECEAF506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B57CE95-BBF2-0082-3DEC-F62FECEAF5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9DA60BA-0EC2-B1F4-5773-7CD9DAEC83A3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9DA60BA-0EC2-B1F4-5773-7CD9DAEC83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379B09F1-3193-9E9E-BD41-B445FB87E3BC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379B09F1-3193-9E9E-BD41-B445FB87E3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58ADF23-D041-252B-30B1-C52173D90DD6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D58ADF23-D041-252B-30B1-C52173D90D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67150512-E17D-CC5D-DE0A-C0A8B3C53776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67150512-E17D-CC5D-DE0A-C0A8B3C537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0C3ABA84-A7B8-FDBA-B2F2-21DF4111335B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0C3ABA84-A7B8-FDBA-B2F2-21DF411133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51852C6D-D713-F9DF-7549-86DF02AB88CB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51852C6D-D713-F9DF-7549-86DF02AB88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05AF465F-3AFA-8231-2401-9F5D90D652C1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05AF465F-3AFA-8231-2401-9F5D90D652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41E6913-8DEE-2337-F3E0-9F9F037FC8F7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A4DFFA3A-99D6-1843-4D94-CBFBF1F2F432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E5B14FC-265A-A933-7571-73F62D781737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4713360-6D62-360E-4638-D8C4961ED5E6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4E455BDD-7633-C50B-112E-8CCF6BA1CB6F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BBC32DFF-91A1-0CB3-038D-67A2152DCB70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226DDC32-B8FF-BC21-7BAE-8E1500E56310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8818C9B2-3E5C-274D-0ACA-68F26D839CE7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9FBE58F-2518-7738-724B-64E2DCBD7CD0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017337D7-733F-1C90-9978-BD0DE4D767BF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C9A87906-5397-021A-E77B-388878D28B90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AABC9453-45AE-7B0A-4285-6A89D08B63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930BA0B-30CB-88A8-E0B6-548134D6B005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930BA0B-30CB-88A8-E0B6-548134D6B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DE79446-135F-67EB-DDFA-A52E2756E945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DE79446-135F-67EB-DDFA-A52E2756E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3157A82-2884-D20D-3E90-392F8E6E04A8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3157A82-2884-D20D-3E90-392F8E6E0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3117DB0-19A0-B5BC-4437-8894D2448F25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3117DB0-19A0-B5BC-4437-8894D2448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EA3E678-2451-7801-3A6A-3E4588985D4C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EA3E678-2451-7801-3A6A-3E4588985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7B01D43-19B9-908E-D4A6-111392A7127E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7B01D43-19B9-908E-D4A6-111392A71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D05426E-4813-716F-B861-B72CBA0D4BE9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D05426E-4813-716F-B861-B72CBA0D4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4784D41B-154E-9232-74AF-B3E41EFAA8A4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o.f0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4B6A243-218C-9E55-EE16-B170241E1828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FA3AEC5B-9AEE-9EC3-BDAB-3955B243072E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F9D872F9-9E55-5E20-38CE-685268FB8A1F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%0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o.f1</a:t>
              </a:r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o.f0</a:t>
              </a:r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o.f1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B0831404-0127-A136-1A56-881B7F83E300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A536DAC-89DD-6EAF-BBC6-7401553443A3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7799CA25-A6DA-2FC4-4F66-72DADAEDBBD2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40CD6AF-F060-D383-D189-25E20228ADE4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452FB5EC-A446-5454-214E-3DADAAE022E8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31DF6460-6412-38B1-5002-B32A6CC31945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31DF6460-6412-38B1-5002-B32A6CC31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62E2F81-94B5-A313-8A89-091C8828FFAD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62E2F81-94B5-A313-8A89-091C8828F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32A1977-D1E2-AC3D-0DC4-FC69125022BC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32A1977-D1E2-AC3D-0DC4-FC6912502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3D9A590-CA37-D5A3-E40C-6CA8857C6CB9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3D9A590-CA37-D5A3-E40C-6CA8857C6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B0323615-86FA-DC96-C169-CEDF1FCA92AF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B0323615-86FA-DC96-C169-CEDF1FCA92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95C6A627-B46D-7079-F560-6E846BEA7650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95C6A627-B46D-7079-F560-6E846BEA76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936246FB-585F-2205-A8BB-8635C15A1921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C535BEF0-8203-8284-0019-A5D282FBD7B2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22CEC74-DDEA-2B50-700C-F994ACCD91AA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5CBB5ED-443A-766E-F3E9-5CD5CA91C3F6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70F25BD-5435-448A-AADC-CC29C652015A}"/>
                  </a:ext>
                </a:extLst>
              </p:cNvPr>
              <p:cNvSpPr txBox="1"/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70F25BD-5435-448A-AADC-CC29C6520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blipFill>
                <a:blip r:embed="rId29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E81C315B-F449-5A06-0196-3C77CE10D3AB}"/>
              </a:ext>
            </a:extLst>
          </p:cNvPr>
          <p:cNvSpPr/>
          <p:nvPr/>
        </p:nvSpPr>
        <p:spPr>
          <a:xfrm>
            <a:off x="7280580" y="4488023"/>
            <a:ext cx="3457740" cy="7696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E5D8491-1EC5-96A4-299B-A7BCDDEB309C}"/>
                  </a:ext>
                </a:extLst>
              </p:cNvPr>
              <p:cNvSpPr txBox="1"/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E5D8491-1EC5-96A4-299B-A7BCDDEB3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blipFill>
                <a:blip r:embed="rId30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7955645-4657-DC02-A4A4-E5DAE0E62438}"/>
                  </a:ext>
                </a:extLst>
              </p:cNvPr>
              <p:cNvSpPr txBox="1"/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7955645-4657-DC02-A4A4-E5DAE0E62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blipFill>
                <a:blip r:embed="rId31"/>
                <a:stretch>
                  <a:fillRect l="-9459" r="-9459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标题 11">
            <a:extLst>
              <a:ext uri="{FF2B5EF4-FFF2-40B4-BE49-F238E27FC236}">
                <a16:creationId xmlns:a16="http://schemas.microsoft.com/office/drawing/2014/main" id="{2B34BE15-7332-0CA6-75B8-51EA5E7E14A8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689A24-5048-342B-8A8A-BED939CB92EE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099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9DC71-6566-B895-0734-9AEDE6E6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9D8A4B-0829-D18C-D892-677E3377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56529B2-ACBE-E694-87EE-F91AD6BB2AB7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DE2E3FD9-1A39-5536-616B-74F0382F847C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DE2E3FD9-1A39-5536-616B-74F0382F84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69DB6084-FE8B-7C8D-FC39-633EB528A628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69DB6084-FE8B-7C8D-FC39-633EB528A6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77E50170-EB15-726A-B059-A23925EC19B0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77E50170-EB15-726A-B059-A23925EC19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473168AB-F48D-E3AB-2BDC-B70E88B8687C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473168AB-F48D-E3AB-2BDC-B70E88B86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059856E-825E-5F53-BA40-376643C1F772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059856E-825E-5F53-BA40-376643C1F7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E3C945A2-AA6F-08ED-4675-6AD181F391B7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E3C945A2-AA6F-08ED-4675-6AD181F391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5E059BB4-F659-0535-9DBB-4C9A6F6862A0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5E059BB4-F659-0535-9DBB-4C9A6F6862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25F4F060-465D-76F9-CD75-EA80C91CBC83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25F4F060-465D-76F9-CD75-EA80C91CBC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A1901328-02CD-308A-BDA7-86F4EF1246B5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A1901328-02CD-308A-BDA7-86F4EF1246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4EDF482A-3970-C6EA-E667-F2A55822C8A0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4EDF482A-3970-C6EA-E667-F2A55822C8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BD7864C8-8266-769F-9F9C-E25E4F051838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BD7864C8-8266-769F-9F9C-E25E4F0518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FAF9CDE-30F6-394E-FB32-458C1DB460AD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FAF9CDE-30F6-394E-FB32-458C1DB460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A6556294-B7D9-AFD7-63A1-4DDDA48F1A92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0B68208F-B34D-AE83-BD77-2DCD235E2607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DB868BF6-27F2-D010-2CC5-E6C61C01EFE1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80750AA-A317-F442-0C63-3C4FDED31CA8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1BA2389-A37A-C421-7E87-4BACCD654B1C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EB01BBE9-690C-55CF-1CBB-E1B927C0A9CA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2E51522C-4A37-BF69-D9F2-01C36622D800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7B41D04-91A6-16B9-0624-43106F76FC3F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7D5FB9F2-C4C1-AE23-24D6-3E167A772124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A8D3336F-4AE0-55D8-81C7-23814C911B81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9C8A4370-5713-0260-6364-9E5F6E4135C6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7F48FAE-C6A2-C1DF-A6B8-467B6B6356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642FB77-9410-2025-F712-10F1DB84DC01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642FB77-9410-2025-F712-10F1DB84D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FF0681D-EA94-03D6-B2FC-BE6A7C54B294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FF0681D-EA94-03D6-B2FC-BE6A7C54B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D867E2C-C777-2692-2827-B24AA8B10EFC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D867E2C-C777-2692-2827-B24AA8B10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0DB2292-5D1D-4B2A-B6B1-D6BB47DD3BD4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0DB2292-5D1D-4B2A-B6B1-D6BB47DD3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12EA16A-AC49-E7D9-0DA7-0CC13EBFB689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12EA16A-AC49-E7D9-0DA7-0CC13EBFB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E316508-A8BB-0D03-3474-163C6C6786CD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E316508-A8BB-0D03-3474-163C6C678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A79D910-387E-B74B-87E2-AB5F3B31D880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A79D910-387E-B74B-87E2-AB5F3B31D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7C7F865F-89B5-5AC1-EB15-410B7312D315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o.f1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801D28C-5AB0-2C08-F9C8-39BF9857D3E2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6BA85C08-388B-DA61-62DC-9D91A52F4B0A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A8E3BBF3-E7EB-02FB-F825-5399BFDFC39E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%1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%0</a:t>
              </a:r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o.f1</a:t>
              </a:r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o.f0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DF5A0636-DC58-AD6E-6DFF-7E1ABAAFB282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2A73BE4-DBD9-C7C6-D8FE-52B4633F82BE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754B393D-8117-2A57-D137-0FFF18A011A2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B386F86-AAF1-9A04-CD58-92BA6FBAC5BC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39B6D40D-53E2-1011-2381-2BC755280142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A76FB36-9DC2-BBA1-687A-50C4D47E79F9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A76FB36-9DC2-BBA1-687A-50C4D47E7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8A01C47-A1F6-1665-4F62-BF30CF046D0C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8A01C47-A1F6-1665-4F62-BF30CF046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BE9735B-CDD7-3AB9-408D-977BD65735B5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BE9735B-CDD7-3AB9-408D-977BD6573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C81CC2F6-F99F-FFFC-8308-689128EDA2C3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C81CC2F6-F99F-FFFC-8308-689128EDA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C103B5D7-17FF-1FBF-4416-8D606DB63637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C103B5D7-17FF-1FBF-4416-8D606DB636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C3D8D29-CBAF-77CE-0707-78D40EAED98F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C3D8D29-CBAF-77CE-0707-78D40EAED9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4F501354-D814-9B2B-8BAE-D8329999DECC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62F9171B-6262-C1C7-63C3-D75C84A790E7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6DADC92-5540-1B46-78FD-1F6F6DB26CA2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9FF2745-D5D0-5D7C-66B3-712A60645CC3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80C36AA-0371-A4EF-9497-81AC1D7A807A}"/>
                  </a:ext>
                </a:extLst>
              </p:cNvPr>
              <p:cNvSpPr txBox="1"/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80C36AA-0371-A4EF-9497-81AC1D7A8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blipFill>
                <a:blip r:embed="rId29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8E102B9B-4C6F-C471-6D19-FEB4D0EC0CA5}"/>
              </a:ext>
            </a:extLst>
          </p:cNvPr>
          <p:cNvSpPr/>
          <p:nvPr/>
        </p:nvSpPr>
        <p:spPr>
          <a:xfrm>
            <a:off x="7280580" y="4488023"/>
            <a:ext cx="3457740" cy="7696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E5DB855-3F3E-7B25-3ECF-D2279379A4A7}"/>
                  </a:ext>
                </a:extLst>
              </p:cNvPr>
              <p:cNvSpPr txBox="1"/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E5DB855-3F3E-7B25-3ECF-D2279379A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blipFill>
                <a:blip r:embed="rId30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9B990EC-B72F-2505-43CE-0BC5A3FF2656}"/>
                  </a:ext>
                </a:extLst>
              </p:cNvPr>
              <p:cNvSpPr txBox="1"/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9B990EC-B72F-2505-43CE-0BC5A3FF2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blipFill>
                <a:blip r:embed="rId31"/>
                <a:stretch>
                  <a:fillRect l="-9459" r="-9459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AB7AF9B-1CE8-59C4-44D2-1A13643B7649}"/>
                  </a:ext>
                </a:extLst>
              </p:cNvPr>
              <p:cNvSpPr txBox="1"/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AB7AF9B-1CE8-59C4-44D2-1A13643B7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blipFill>
                <a:blip r:embed="rId32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标题 11">
            <a:extLst>
              <a:ext uri="{FF2B5EF4-FFF2-40B4-BE49-F238E27FC236}">
                <a16:creationId xmlns:a16="http://schemas.microsoft.com/office/drawing/2014/main" id="{E19F3B7D-78F5-1D7D-E41F-C7526E40C231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B2C3E9E-F138-BDDD-8D65-96C7D6B43EB5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263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5C0D-1FDF-56B0-879E-2F03CBDAA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95CCC5-EC49-E04C-635A-7A5DB755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9E1A863-4283-455A-E95B-868B6F2A23FA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CE9F0995-D46D-60CF-EF35-6C35BA7764E8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CE9F0995-D46D-60CF-EF35-6C35BA7764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CF91422-7871-E600-51AD-8B8D987A2EF7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CF91422-7871-E600-51AD-8B8D987A2E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C0357AB0-96A5-1383-12D6-C35361F49463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C0357AB0-96A5-1383-12D6-C35361F494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F5E765D3-B05D-E0E6-9BF1-036CB9F875D4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F5E765D3-B05D-E0E6-9BF1-036CB9F875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6B531A8-058F-E241-255F-571619A0F456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6B531A8-058F-E241-255F-571619A0F4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59E01D4-FF39-FB67-7694-E93A33637C57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59E01D4-FF39-FB67-7694-E93A33637C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A67641A2-B7A6-BE29-9590-ACEADB57C47B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A67641A2-B7A6-BE29-9590-ACEADB57C4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736655C6-DED6-6FD6-8F76-A97DD45C3B47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736655C6-DED6-6FD6-8F76-A97DD45C3B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206E623B-6147-50B7-B400-ACFE43E447FC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206E623B-6147-50B7-B400-ACFE43E447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31709675-7FEF-102F-3785-AC09DD14D78A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31709675-7FEF-102F-3785-AC09DD14D7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7BC1D27A-DEF8-0287-7483-664604E3EBC5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7BC1D27A-DEF8-0287-7483-664604E3EB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1E701645-9990-80B8-929B-E9C00E19B453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1E701645-9990-80B8-929B-E9C00E19B4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8E44DC88-2CBA-638B-356F-5A1E82557EAB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FF6C7EB1-E440-C50C-2144-0750794E71F3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E7BB640A-E482-3636-9C2B-37B4FF8E1C63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F3E70CD-6958-3F4B-8031-B5D876900093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84D87331-0967-B752-CCE7-06830AD52856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024B7162-95C0-F1F8-8B0A-3D25471DA11F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01669DF-B436-72FA-5012-25D1FF5AAE7F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0735FBEF-A1CD-C64D-7D50-4597D1D567E3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F1571F0B-7A43-63A8-9E28-BDFA44159B38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D0EFFDE7-9C9E-2581-BD27-FC6176CBF551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BEBB027-F3D1-DED4-590B-BD52C9EFE782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3B00FAB0-8166-DC33-993C-FD3CAFAA0C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839175C-AD00-A7FF-84B6-B54D330B33D6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839175C-AD00-A7FF-84B6-B54D330B3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9BCBD87-DB99-D64F-F8C2-9593437C9DFF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9BCBD87-DB99-D64F-F8C2-9593437C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D9034E8-EAFC-F562-6BD6-BBA8DC909DCF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D9034E8-EAFC-F562-6BD6-BBA8DC909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7006C3F-F321-237D-3468-3857D8D39098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7006C3F-F321-237D-3468-3857D8D39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F55CFCD-86BF-D28C-1E1B-1A91EEE7F0E9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F55CFCD-86BF-D28C-1E1B-1A91EEE7F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08E9B39-E3F1-2C93-69A2-4A6C03843748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08E9B39-E3F1-2C93-69A2-4A6C03843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E506FBB-9C0E-996D-491B-3CD3918C1060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E506FBB-9C0E-996D-491B-3CD3918C1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5FBDD4F9-53FC-FBE7-192F-B9854F07E56F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o.f0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BEDCB8E-2D62-1D16-47B1-0CA92C0D21AC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393BF189-97DC-1396-4526-B61B78F43EAD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029752BC-5F68-5A63-F8FC-9DC6081E075A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%1 %0</a:t>
              </a:r>
              <a:r>
                <a:rPr lang="en-US" altLang="zh-CN" sz="1600" b="1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o.f1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6ABFB50-B5E5-ECA2-7899-526D6E47811E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75173E9-8B72-8E2A-755E-0511D71671E3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CCA1D011-3554-C307-E19B-F0BEC80F8DDE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65E2D068-B27A-30E2-4586-678BE9642966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BD49D61D-3FCF-CA55-2C3E-11B2BB594A75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C49C290F-F59F-E97D-E633-E6084DBFD98A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C49C290F-F59F-E97D-E633-E6084DBFD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F6FD9A7-E439-962E-DD0D-68E40B511525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F6FD9A7-E439-962E-DD0D-68E40B511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B6D35A3-CAD0-601D-E0B5-711133EEACDE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B6D35A3-CAD0-601D-E0B5-711133EEA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29EB8191-AEFE-8B09-2147-9443ADCE19F2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29EB8191-AEFE-8B09-2147-9443ADCE1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D8D649A9-FC45-E45D-EEFF-235D34A8EAB9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D8D649A9-FC45-E45D-EEFF-235D34A8E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0AAE583D-1926-09DC-EFD6-E2C9B5A8B322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0AAE583D-1926-09DC-EFD6-E2C9B5A8B3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91298EA4-2A28-FD4C-0FA8-244CC2D68201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2E9E4576-3B50-9E2F-8ABB-5FDFD928C056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19AC475-8F90-F644-3E71-38AE24FC369A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2178B6D-B04B-E431-DBB5-449EDE244BC9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F8592D3-864B-FC07-E736-5150660728E3}"/>
                  </a:ext>
                </a:extLst>
              </p:cNvPr>
              <p:cNvSpPr txBox="1"/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F8592D3-864B-FC07-E736-515066072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blipFill>
                <a:blip r:embed="rId29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B07967F-98A8-4E9B-6C6D-A73325D05A9E}"/>
                  </a:ext>
                </a:extLst>
              </p:cNvPr>
              <p:cNvSpPr txBox="1"/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B07967F-98A8-4E9B-6C6D-A73325D05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blipFill>
                <a:blip r:embed="rId30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7BC08E-3F1E-0D30-B6AE-AE25EB63AE09}"/>
                  </a:ext>
                </a:extLst>
              </p:cNvPr>
              <p:cNvSpPr txBox="1"/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7BC08E-3F1E-0D30-B6AE-AE25EB63A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blipFill>
                <a:blip r:embed="rId31"/>
                <a:stretch>
                  <a:fillRect l="-9459" r="-9459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83022AE-8356-8609-6A49-5A50694B4E65}"/>
                  </a:ext>
                </a:extLst>
              </p:cNvPr>
              <p:cNvSpPr txBox="1"/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83022AE-8356-8609-6A49-5A50694B4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blipFill>
                <a:blip r:embed="rId32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标题 11">
            <a:extLst>
              <a:ext uri="{FF2B5EF4-FFF2-40B4-BE49-F238E27FC236}">
                <a16:creationId xmlns:a16="http://schemas.microsoft.com/office/drawing/2014/main" id="{3104FA52-CE07-52F2-D2EA-50044BB2D70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ADBE973-D5B6-CCD4-8114-A8BE38336D00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46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432D-3595-C6D7-8DE1-65A754422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7996A2-B597-F548-666B-BFF53A35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B1E6A99-A5BC-10AC-582D-5D30E21A7EA5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CC2045E2-7FF2-0193-BB55-A0AA0DBE450A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CC2045E2-7FF2-0193-BB55-A0AA0DBE4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CD5E469B-CC86-6BA0-0B32-58C872311EB7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CD5E469B-CC86-6BA0-0B32-58C872311E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1C202D8C-1654-067B-2F10-7D2C51CF733E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1C202D8C-1654-067B-2F10-7D2C51CF73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E20DED5B-81D7-69D2-2265-27972D2E21E1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E20DED5B-81D7-69D2-2265-27972D2E21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6A2D2D6C-BFE5-74A8-8F47-DCCEBBA6129E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6A2D2D6C-BFE5-74A8-8F47-DCCEBBA612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0C3D369C-7791-14FB-4123-274226ABD873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0C3D369C-7791-14FB-4123-274226ABD8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A0D5CA3F-40F7-9720-E732-D24A5593EBAF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A0D5CA3F-40F7-9720-E732-D24A5593EB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10E20018-4D18-3FF6-B553-207EFF5D496E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10E20018-4D18-3FF6-B553-207EFF5D49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8F74113-D01B-0B17-3F87-AEC2E79F0260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8F74113-D01B-0B17-3F87-AEC2E79F02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B37BF4E-F6BD-4A3F-F7C0-746B4203A80F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B37BF4E-F6BD-4A3F-F7C0-746B4203A8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67B2BEAE-3ECA-9B26-2907-BEE89A567CEF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67B2BEAE-3ECA-9B26-2907-BEE89A567C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2A1A8E0-9674-6CDF-EF96-B9F917D60BE2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2A1A8E0-9674-6CDF-EF96-B9F917D60B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C84837B-55A2-9D00-41DC-F71E8911CD25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7D3C3ED2-D6BD-B61E-3F60-0E6345BCB978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0CCA87B1-B803-ACA5-AEEF-0661ECA1E398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4D530694-A9D8-306F-6D4B-DAA6BDA3AD47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8852EFFD-3F24-A659-48A5-B437E213D915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866C3B03-4C36-1CB4-6163-D2AF24F01D68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C7F3076-9D0B-B619-EC3A-8911BAF6241C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701D6E0-08C6-3577-B112-A1C4D7A4BAB5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E58234E5-A504-5BE7-6CEF-F16AE50CB916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3021E2C0-BF16-6989-0801-A44037351F3C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36093787-B757-63AA-FC9C-ED67F7350E08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1F9D1D5-4D60-60D5-3EAA-259DF967F4C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16517B3-3792-91B2-EA7E-43B69A94B5DE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16517B3-3792-91B2-EA7E-43B69A94B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AE90328-6644-6CBF-2A33-FF5447314F44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AE90328-6644-6CBF-2A33-FF5447314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AFF8F1-872D-7B10-3563-E918C4BD0BA6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AFF8F1-872D-7B10-3563-E918C4BD0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DEA8767-6CE8-609A-4089-AFA53D202FBD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DEA8767-6CE8-609A-4089-AFA53D202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DEB0058-2C56-2456-BAA9-09D6F21348C0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DEB0058-2C56-2456-BAA9-09D6F2134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4FB5C2CA-9772-9CAE-4E4E-304BFCCC0B67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4FB5C2CA-9772-9CAE-4E4E-304BFCCC0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84D4D43-C9BA-A7F1-A154-ED2197E14CD4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84D4D43-C9BA-A7F1-A154-ED2197E14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DC386D5B-BCA4-74D0-C75B-84FA59F59FD7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o.f1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878AD6-679C-9551-5952-BACF87A36A71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E6EC1CA1-5C71-A7D6-FEB8-5BE4259EA688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59A35E17-3306-61D5-0DCB-3EF5C6C23A84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%1 %0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585367FB-C38D-4F8F-F0E2-26AB66ED6C93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5679539F-6F41-1A30-DB84-08567B9E8980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58C71329-E59D-4E12-DE69-073AC45816CA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6C7125F-5600-8722-6C22-065B35E75C3D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1F7890FC-E7EA-72CB-68EB-9B0419A8BA02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C77CF98B-4F09-14FE-8D40-27FE94877A09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C77CF98B-4F09-14FE-8D40-27FE94877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37939BF-BD3E-9564-54C4-473FED19237E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37939BF-BD3E-9564-54C4-473FED192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649E106-9AD1-DACC-95CE-D524ACEE53AF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649E106-9AD1-DACC-95CE-D524ACEE5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5389001-1CC5-2896-F4AA-99E5B7F05EED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5389001-1CC5-2896-F4AA-99E5B7F05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4B86DB90-B1F5-01F4-C0FC-B384591748A8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4B86DB90-B1F5-01F4-C0FC-B38459174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A7B3A8AD-C802-FEBF-884A-78EAD7CD51C2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A7B3A8AD-C802-FEBF-884A-78EAD7CD51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70CC3D8A-9BBE-C91D-FB93-D60727A89FDC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4CF25EA4-1B05-CACD-00B5-D734FCC45151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F244EE3-2F86-1CFE-C0AA-C50F95178A82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9AC4585-8C52-C25F-68AF-69E8D32A6973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B5070BB-52BA-819D-3C2E-F834EE58FB51}"/>
                  </a:ext>
                </a:extLst>
              </p:cNvPr>
              <p:cNvSpPr txBox="1"/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B5070BB-52BA-819D-3C2E-F834EE58F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blipFill>
                <a:blip r:embed="rId29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6D22033-8431-3477-12BB-BA776A02177F}"/>
                  </a:ext>
                </a:extLst>
              </p:cNvPr>
              <p:cNvSpPr txBox="1"/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6D22033-8431-3477-12BB-BA776A021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blipFill>
                <a:blip r:embed="rId30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2943695-60A9-531F-A1D5-53BF53BAC8AD}"/>
                  </a:ext>
                </a:extLst>
              </p:cNvPr>
              <p:cNvSpPr txBox="1"/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2943695-60A9-531F-A1D5-53BF53BAC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blipFill>
                <a:blip r:embed="rId31"/>
                <a:stretch>
                  <a:fillRect l="-9459" r="-9459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E1DB5D9-F98B-082E-C53E-1ED119A5721E}"/>
                  </a:ext>
                </a:extLst>
              </p:cNvPr>
              <p:cNvSpPr txBox="1"/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E1DB5D9-F98B-082E-C53E-1ED119A5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blipFill>
                <a:blip r:embed="rId32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标题 11">
            <a:extLst>
              <a:ext uri="{FF2B5EF4-FFF2-40B4-BE49-F238E27FC236}">
                <a16:creationId xmlns:a16="http://schemas.microsoft.com/office/drawing/2014/main" id="{D1A86110-800D-FD3F-9B6C-24D445DBB3F2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BEB20B8-03AE-FFFE-DF9D-E98559B05D9F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898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31E9-C71A-3CD2-F321-863A6D05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4A239F-F47A-5421-E026-94F655A3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43EEA40-7EE8-A895-871D-674D4BB666E0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E2BCD28B-96CE-CFAB-9D57-B854755C54B9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E2BCD28B-96CE-CFAB-9D57-B854755C54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FC494D71-1A91-93F5-F36B-908E08BC5AC1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FC494D71-1A91-93F5-F36B-908E08BC5A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B065DDC7-A902-8C8C-1E9A-C7D8B0CD1077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B065DDC7-A902-8C8C-1E9A-C7D8B0CD10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9E11844-1953-1862-3939-0746EFC542D5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9E11844-1953-1862-3939-0746EFC542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DA10F7A-910A-AC00-39B3-B1A6EE5390F1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CDA10F7A-910A-AC00-39B3-B1A6EE5390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42FDFB7-AD56-D851-8D5F-009D4CF6F6A2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642FDFB7-AD56-D851-8D5F-009D4CF6F6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0DD0318B-54BC-ADD6-9522-C03D1E8D5BFF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0DD0318B-54BC-ADD6-9522-C03D1E8D5B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13C873F8-59D5-A544-3564-087507CEA828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13C873F8-59D5-A544-3564-087507CEA8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B7FC6A00-656C-074A-6B6C-E0759FD3909B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B7FC6A00-656C-074A-6B6C-E0759FD390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2C682272-BE0E-91AB-5234-9FF8B5824333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2C682272-BE0E-91AB-5234-9FF8B58243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A9895B55-DA8E-439C-7EA3-D33DD681614F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A9895B55-DA8E-439C-7EA3-D33DD68161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F3011DA6-4771-39E0-F5C0-2C63913C2D1D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F3011DA6-4771-39E0-F5C0-2C63913C2D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B5141D0-FDA9-0ED1-AF81-C122D9C8DE7F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3A0C0240-941C-2FF6-19AC-C21FAF87B382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C371EF6-203C-49BF-446B-9ECF88714987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089708D-889C-62C5-C529-FB19C05B9BB4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09AB31D5-75F1-0F28-55AE-12D7E1EB412D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303846B-047C-F4D8-531F-FECF98EC9B2E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3855D890-E8CF-EA2A-0898-EF73D3F35832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879D8A96-D565-49EC-081C-16E22FA771FC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DF014AC5-A71C-8E64-910C-9F19BDF10ED8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73F31D1-D062-C87D-C99B-683124C5B94A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4F4C8F1D-D04B-10FC-685C-7B4F9D214D13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3DE25BE3-9AC1-5F05-E2F9-7A26CE39126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CF24D17-A671-841C-E1F3-E32841DDD793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CF24D17-A671-841C-E1F3-E32841DDD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49B2C29-9E68-0181-94BD-13FC370C0822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49B2C29-9E68-0181-94BD-13FC370C0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12ADA5B-6363-7AC8-9483-A1ED968D2746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12ADA5B-6363-7AC8-9483-A1ED968D2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FF44676-CAD2-0D5E-2181-0D48DA451685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FF44676-CAD2-0D5E-2181-0D48DA451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C8FDED03-B87D-E73D-E69F-03BA95D8A019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C8FDED03-B87D-E73D-E69F-03BA95D8A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631DBE-58DD-728F-23C4-2C8CA18252F3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631DBE-58DD-728F-23C4-2C8CA1825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6C1D38FA-4B1F-B939-4155-C7257CA18ABD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6C1D38FA-4B1F-B939-4155-C7257CA18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639DE0BC-CC9A-400B-D151-93CBD05197CC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%0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EF510904-AB53-4214-3B0D-A82FE8411892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CA46607E-0D65-4A98-DE2B-F2A0C59300F0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FE7C7C76-A55D-29DA-5320-8BBBEA43DEAE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r>
                <a:rPr lang="en-US" altLang="zh-CN" sz="1600" dirty="0">
                  <a:solidFill>
                    <a:schemeClr val="tx1"/>
                  </a:solidFill>
                  <a:latin typeface="Cascadia Code Light" panose="020B0609020000020004" pitchFamily="49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%1</a:t>
              </a:r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0C0DF90B-4EDA-0E3D-6209-6F5CE6360D5E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5928A6C-3410-5D89-A111-0C9CF5F329F8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6172F9E8-AE11-E53D-0889-5FE25E77FC77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62223EA-BF48-EC7F-C185-5FDEA06CF99D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3C3BF320-3E62-D2D2-77F7-3B9ACAE23135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8A7B02E-E9BC-24D0-F25C-D3D5BF2A7606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8A7B02E-E9BC-24D0-F25C-D3D5BF2A7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63CB538-4C1B-2EAC-EA64-15CDC461B56B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63CB538-4C1B-2EAC-EA64-15CDC461B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6149704-55C2-E9A8-8DE1-97F19775BB43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6149704-55C2-E9A8-8DE1-97F19775B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5A26FFF-29C9-661D-0005-9881139ECF1D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5A26FFF-29C9-661D-0005-9881139EC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6E387497-7D32-D6E5-88A3-DF348C9A17E5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6E387497-7D32-D6E5-88A3-DF348C9A1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E12EDE8-86C1-A0C2-8FCB-946C672EEF2D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6E12EDE8-86C1-A0C2-8FCB-946C672EEF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EF45AB40-8CBB-EE65-1035-409DCC5FF249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5E0352AA-787F-E33C-A32A-FDEBE92B41EE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090FC85-A746-9E4A-C2C0-D777864B8D92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3968B7B-822A-D4E3-52F7-520488C4F575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F57D947-1EAD-E57A-B8BB-F2FB809AB356}"/>
                  </a:ext>
                </a:extLst>
              </p:cNvPr>
              <p:cNvSpPr txBox="1"/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F57D947-1EAD-E57A-B8BB-F2FB809AB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blipFill>
                <a:blip r:embed="rId29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423D30B-96CB-6CB4-FFB7-1C3B16BD164E}"/>
                  </a:ext>
                </a:extLst>
              </p:cNvPr>
              <p:cNvSpPr txBox="1"/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423D30B-96CB-6CB4-FFB7-1C3B16BD1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blipFill>
                <a:blip r:embed="rId30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9848001-1DFA-F380-258D-EFAEE03C9C4F}"/>
                  </a:ext>
                </a:extLst>
              </p:cNvPr>
              <p:cNvSpPr txBox="1"/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9848001-1DFA-F380-258D-EFAEE03C9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blipFill>
                <a:blip r:embed="rId31"/>
                <a:stretch>
                  <a:fillRect l="-9459" r="-9459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0C69753-547F-C897-DAD6-BAD677049936}"/>
                  </a:ext>
                </a:extLst>
              </p:cNvPr>
              <p:cNvSpPr txBox="1"/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0C69753-547F-C897-DAD6-BAD677049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blipFill>
                <a:blip r:embed="rId32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标题 11">
            <a:extLst>
              <a:ext uri="{FF2B5EF4-FFF2-40B4-BE49-F238E27FC236}">
                <a16:creationId xmlns:a16="http://schemas.microsoft.com/office/drawing/2014/main" id="{09BAD77C-B2AC-5E82-3B2A-3071BF76B6A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FF534CD-DCD4-2D20-AC53-170627BDCA1F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55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D32AA-E152-FDA4-DF59-0B242B2D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0592FD-47B9-0829-2919-C204A32A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0E96E6B-EFD7-18CB-0317-10AF08C15339}"/>
              </a:ext>
            </a:extLst>
          </p:cNvPr>
          <p:cNvSpPr txBox="1"/>
          <p:nvPr/>
        </p:nvSpPr>
        <p:spPr>
          <a:xfrm>
            <a:off x="755502" y="935031"/>
            <a:ext cx="10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992D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示例：</a:t>
            </a:r>
            <a:endParaRPr lang="en-US" altLang="zh-CN" sz="2000" b="1" dirty="0">
              <a:solidFill>
                <a:srgbClr val="992D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3DBECA1-C3EA-3919-2357-891832A707F4}"/>
              </a:ext>
            </a:extLst>
          </p:cNvPr>
          <p:cNvGrpSpPr/>
          <p:nvPr/>
        </p:nvGrpSpPr>
        <p:grpSpPr>
          <a:xfrm>
            <a:off x="1788029" y="1459538"/>
            <a:ext cx="3181289" cy="3506724"/>
            <a:chOff x="1265512" y="1868845"/>
            <a:chExt cx="3181289" cy="3506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5BA03B5B-F60F-716A-10C2-9C3CAE8669FD}"/>
                    </a:ext>
                  </a:extLst>
                </p:cNvPr>
                <p:cNvSpPr/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5BA03B5B-F60F-716A-10C2-9C3CAE8669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1868847"/>
                  <a:ext cx="409887" cy="4098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9262E3DD-E652-7B8A-673A-3DC21DA6960B}"/>
                    </a:ext>
                  </a:extLst>
                </p:cNvPr>
                <p:cNvSpPr/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𝒐</m:t>
                      </m:r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9262E3DD-E652-7B8A-673A-3DC21DA696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1868846"/>
                  <a:ext cx="409887" cy="4098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173737FD-F653-AF24-7352-BD8290A30EC6}"/>
                    </a:ext>
                  </a:extLst>
                </p:cNvPr>
                <p:cNvSpPr/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rgbClr val="00B05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173737FD-F653-AF24-7352-BD8290A30E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1868845"/>
                  <a:ext cx="409887" cy="40988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72D2252-D26A-CA8E-1CFE-E105FE5807B6}"/>
                    </a:ext>
                  </a:extLst>
                </p:cNvPr>
                <p:cNvSpPr/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72D2252-D26A-CA8E-1CFE-E105FE5807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512" y="2900813"/>
                  <a:ext cx="409887" cy="409887"/>
                </a:xfrm>
                <a:prstGeom prst="ellipse">
                  <a:avLst/>
                </a:prstGeom>
                <a:blipFill>
                  <a:blip r:embed="rId6"/>
                  <a:stretch>
                    <a:fillRect l="-15714" r="-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3ECFDD5E-1EF0-C5BE-6416-FF70CA6B9E5F}"/>
                    </a:ext>
                  </a:extLst>
                </p:cNvPr>
                <p:cNvSpPr/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𝒔</m:t>
                      </m:r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3ECFDD5E-1EF0-C5BE-6416-FF70CA6B9E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489" y="2900812"/>
                  <a:ext cx="409887" cy="409887"/>
                </a:xfrm>
                <a:prstGeom prst="ellipse">
                  <a:avLst/>
                </a:prstGeom>
                <a:blipFill>
                  <a:blip r:embed="rId7"/>
                  <a:stretch>
                    <a:fillRect l="-1449" r="-14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5D05E11-9C50-86A5-D043-5413E5759B5D}"/>
                    </a:ext>
                  </a:extLst>
                </p:cNvPr>
                <p:cNvSpPr/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55D05E11-9C50-86A5-D043-5413E5759B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466" y="2900811"/>
                  <a:ext cx="409887" cy="409887"/>
                </a:xfrm>
                <a:prstGeom prst="ellipse">
                  <a:avLst/>
                </a:prstGeom>
                <a:blipFill>
                  <a:blip r:embed="rId8"/>
                  <a:stretch>
                    <a:fillRect l="-15942" r="-724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EACB8381-DAED-3BA1-F337-A700651327E0}"/>
                    </a:ext>
                  </a:extLst>
                </p:cNvPr>
                <p:cNvSpPr/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EACB8381-DAED-3BA1-F337-A700651327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960" y="3932779"/>
                  <a:ext cx="409887" cy="409887"/>
                </a:xfrm>
                <a:prstGeom prst="ellipse">
                  <a:avLst/>
                </a:prstGeom>
                <a:blipFill>
                  <a:blip r:embed="rId9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C908CA24-594F-D0EC-C5E0-4A3CB213B2F8}"/>
                    </a:ext>
                  </a:extLst>
                </p:cNvPr>
                <p:cNvSpPr/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𝟏𝟏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C908CA24-594F-D0EC-C5E0-4A3CB213B2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3932776"/>
                  <a:ext cx="409887" cy="409887"/>
                </a:xfrm>
                <a:prstGeom prst="ellipse">
                  <a:avLst/>
                </a:prstGeom>
                <a:blipFill>
                  <a:blip r:embed="rId10"/>
                  <a:stretch>
                    <a:fillRect l="-24286" r="-157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10D418D-93F2-90C0-9CAA-AAFE3173BA08}"/>
                    </a:ext>
                  </a:extLst>
                </p:cNvPr>
                <p:cNvSpPr/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10D418D-93F2-90C0-9CAA-AAFE3173BA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914" y="3932777"/>
                  <a:ext cx="409887" cy="409887"/>
                </a:xfrm>
                <a:prstGeom prst="ellipse">
                  <a:avLst/>
                </a:prstGeom>
                <a:blipFill>
                  <a:blip r:embed="rId11"/>
                  <a:stretch>
                    <a:fillRect l="-18841" r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3D22674-B4FB-9A18-A52B-75AFF68D4916}"/>
                    </a:ext>
                  </a:extLst>
                </p:cNvPr>
                <p:cNvSpPr/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sSub>
                        <m:sSub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𝟐𝟐</m:t>
                          </m:r>
                        </m:sub>
                      </m:sSub>
                    </m:oMath>
                  </a14:m>
                  <a:r>
                    <a:rPr lang="zh-CN" altLang="en-US" sz="16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E3D22674-B4FB-9A18-A52B-75AFF68D49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3932776"/>
                  <a:ext cx="409887" cy="409887"/>
                </a:xfrm>
                <a:prstGeom prst="ellipse">
                  <a:avLst/>
                </a:prstGeom>
                <a:blipFill>
                  <a:blip r:embed="rId12"/>
                  <a:stretch>
                    <a:fillRect l="-24638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549BEF04-FFEA-F2B3-A2CE-16687C2D4A13}"/>
                    </a:ext>
                  </a:extLst>
                </p:cNvPr>
                <p:cNvSpPr/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549BEF04-FFEA-F2B3-A2CE-16687C2D4A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790" y="4965682"/>
                  <a:ext cx="409887" cy="409887"/>
                </a:xfrm>
                <a:prstGeom prst="ellipse">
                  <a:avLst/>
                </a:prstGeom>
                <a:blipFill>
                  <a:blip r:embed="rId13"/>
                  <a:stretch>
                    <a:fillRect l="-85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59671B9B-EE9D-EE93-C2A6-4D62D434E887}"/>
                    </a:ext>
                  </a:extLst>
                </p:cNvPr>
                <p:cNvSpPr/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</m:t>
                        </m:r>
                        <m:r>
                          <a:rPr lang="en-US" altLang="zh-C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59671B9B-EE9D-EE93-C2A6-4D62D434E8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357" y="4965682"/>
                  <a:ext cx="409887" cy="409887"/>
                </a:xfrm>
                <a:prstGeom prst="ellipse">
                  <a:avLst/>
                </a:prstGeom>
                <a:blipFill>
                  <a:blip r:embed="rId14"/>
                  <a:stretch>
                    <a:fillRect l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08B49A6E-2CE5-6394-35D8-3D0E2CC30E07}"/>
                </a:ext>
              </a:extLst>
            </p:cNvPr>
            <p:cNvCxnSpPr>
              <a:cxnSpLocks/>
              <a:stCxn id="5" idx="4"/>
              <a:endCxn id="17" idx="0"/>
            </p:cNvCxnSpPr>
            <p:nvPr/>
          </p:nvCxnSpPr>
          <p:spPr>
            <a:xfrm>
              <a:off x="1470456" y="2278734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5281CF40-717F-B2B4-1F52-9569EA2EBB07}"/>
                </a:ext>
              </a:extLst>
            </p:cNvPr>
            <p:cNvCxnSpPr>
              <a:cxnSpLocks/>
              <a:stCxn id="12" idx="4"/>
              <a:endCxn id="18" idx="0"/>
            </p:cNvCxnSpPr>
            <p:nvPr/>
          </p:nvCxnSpPr>
          <p:spPr>
            <a:xfrm>
              <a:off x="2853433" y="2278733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3752C3CF-0C6C-B810-DF21-F42306C2AA1F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4236410" y="2278732"/>
              <a:ext cx="0" cy="6220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8B443BE-2135-0035-F330-12D9472948DF}"/>
                </a:ext>
              </a:extLst>
            </p:cNvPr>
            <p:cNvCxnSpPr>
              <a:cxnSpLocks/>
              <a:stCxn id="18" idx="2"/>
              <a:endCxn id="20" idx="7"/>
            </p:cNvCxnSpPr>
            <p:nvPr/>
          </p:nvCxnSpPr>
          <p:spPr>
            <a:xfrm flipH="1">
              <a:off x="1620820" y="3105756"/>
              <a:ext cx="1027669" cy="887050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3D1B7E1D-4191-BCEE-F041-FA35DC171826}"/>
                </a:ext>
              </a:extLst>
            </p:cNvPr>
            <p:cNvCxnSpPr>
              <a:cxnSpLocks/>
              <a:stCxn id="18" idx="3"/>
              <a:endCxn id="21" idx="0"/>
            </p:cNvCxnSpPr>
            <p:nvPr/>
          </p:nvCxnSpPr>
          <p:spPr>
            <a:xfrm flipH="1">
              <a:off x="2415734" y="3250672"/>
              <a:ext cx="29278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29B8E43-57DC-E7E1-F5F5-CD0A76358C4C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998349" y="3250672"/>
              <a:ext cx="372952" cy="682104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239BE9B-F1BA-D917-8F32-CB45FD599BF4}"/>
                </a:ext>
              </a:extLst>
            </p:cNvPr>
            <p:cNvCxnSpPr>
              <a:cxnSpLocks/>
              <a:stCxn id="18" idx="6"/>
              <a:endCxn id="22" idx="1"/>
            </p:cNvCxnSpPr>
            <p:nvPr/>
          </p:nvCxnSpPr>
          <p:spPr>
            <a:xfrm>
              <a:off x="3058376" y="3105756"/>
              <a:ext cx="1038565" cy="887048"/>
            </a:xfrm>
            <a:prstGeom prst="straightConnector1">
              <a:avLst/>
            </a:prstGeom>
            <a:ln w="19050">
              <a:solidFill>
                <a:srgbClr val="C047A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DA187D96-4AD0-0204-82A8-F8B659B09A98}"/>
                </a:ext>
              </a:extLst>
            </p:cNvPr>
            <p:cNvCxnSpPr>
              <a:cxnSpLocks/>
              <a:stCxn id="21" idx="4"/>
              <a:endCxn id="24" idx="0"/>
            </p:cNvCxnSpPr>
            <p:nvPr/>
          </p:nvCxnSpPr>
          <p:spPr>
            <a:xfrm>
              <a:off x="2415734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71EBBB3A-7382-EB81-C54D-C9C6A4545C55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3371301" y="4342663"/>
              <a:ext cx="0" cy="62301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ACF0563F-176F-F99C-08A5-731842A461AC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1470456" y="3310700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0CDD4F55-EB0C-753A-5E56-5220D1C33F4E}"/>
                </a:ext>
              </a:extLst>
            </p:cNvPr>
            <p:cNvCxnSpPr>
              <a:cxnSpLocks/>
              <a:stCxn id="19" idx="4"/>
              <a:endCxn id="22" idx="0"/>
            </p:cNvCxnSpPr>
            <p:nvPr/>
          </p:nvCxnSpPr>
          <p:spPr>
            <a:xfrm>
              <a:off x="4236410" y="3310698"/>
              <a:ext cx="5448" cy="622079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65C9A50-3FE4-AB98-71AA-F9F23446C5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737" y="788441"/>
            <a:ext cx="3829530" cy="5629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F8152C5-66D5-3618-04C7-155DC8D7E98A}"/>
                  </a:ext>
                </a:extLst>
              </p:cNvPr>
              <p:cNvSpPr txBox="1"/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F8152C5-66D5-3618-04C7-155DC8D7E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23" y="2345852"/>
                <a:ext cx="453346" cy="284309"/>
              </a:xfrm>
              <a:prstGeom prst="rect">
                <a:avLst/>
              </a:prstGeom>
              <a:blipFill>
                <a:blip r:embed="rId16"/>
                <a:stretch>
                  <a:fillRect l="-10811" r="-8108"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58D413E-F664-3E9C-BA10-C0799B1F2088}"/>
                  </a:ext>
                </a:extLst>
              </p:cNvPr>
              <p:cNvSpPr txBox="1"/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altLang="zh-CN" sz="16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58D413E-F664-3E9C-BA10-C0799B1F2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3" y="2345851"/>
                <a:ext cx="453346" cy="284309"/>
              </a:xfrm>
              <a:prstGeom prst="rect">
                <a:avLst/>
              </a:prstGeom>
              <a:blipFill>
                <a:blip r:embed="rId17"/>
                <a:stretch>
                  <a:fillRect b="-32609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197F38A-C961-6371-8713-6BDEF74B4D42}"/>
                  </a:ext>
                </a:extLst>
              </p:cNvPr>
              <p:cNvSpPr txBox="1"/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197F38A-C961-6371-8713-6BDEF74B4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3" y="2349349"/>
                <a:ext cx="453346" cy="284309"/>
              </a:xfrm>
              <a:prstGeom prst="rect">
                <a:avLst/>
              </a:prstGeom>
              <a:blipFill>
                <a:blip r:embed="rId18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852D24B-68ED-A878-C6F9-E491EDFF387B}"/>
                  </a:ext>
                </a:extLst>
              </p:cNvPr>
              <p:cNvSpPr txBox="1"/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852D24B-68ED-A878-C6F9-E491EDFF3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45" y="2982119"/>
                <a:ext cx="292782" cy="284309"/>
              </a:xfrm>
              <a:prstGeom prst="rect">
                <a:avLst/>
              </a:prstGeom>
              <a:blipFill>
                <a:blip r:embed="rId19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3E3667F-7857-07BE-5599-B405C02AB5C2}"/>
                  </a:ext>
                </a:extLst>
              </p:cNvPr>
              <p:cNvSpPr txBox="1"/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3E3667F-7857-07BE-5599-B405C02AB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7" y="2993170"/>
                <a:ext cx="292782" cy="284309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3805C1E-A7EF-DF3C-0F30-7D539B3857B5}"/>
                  </a:ext>
                </a:extLst>
              </p:cNvPr>
              <p:cNvSpPr txBox="1"/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3805C1E-A7EF-DF3C-0F30-7D539B385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4" y="3012307"/>
                <a:ext cx="292782" cy="284309"/>
              </a:xfrm>
              <a:prstGeom prst="rect">
                <a:avLst/>
              </a:prstGeom>
              <a:blipFill>
                <a:blip r:embed="rId21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B47F33C-032D-B582-18E3-0FB9B64CBA40}"/>
                  </a:ext>
                </a:extLst>
              </p:cNvPr>
              <p:cNvSpPr txBox="1"/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B47F33C-032D-B582-18E3-0FB9B64CB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3" y="3010588"/>
                <a:ext cx="292782" cy="284309"/>
              </a:xfrm>
              <a:prstGeom prst="rect">
                <a:avLst/>
              </a:prstGeom>
              <a:blipFill>
                <a:blip r:embed="rId22"/>
                <a:stretch>
                  <a:fillRect b="-6383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3D2E4729-12C3-135E-9B5D-B534B5216EE8}"/>
              </a:ext>
            </a:extLst>
          </p:cNvPr>
          <p:cNvSpPr/>
          <p:nvPr/>
        </p:nvSpPr>
        <p:spPr>
          <a:xfrm>
            <a:off x="5197778" y="5434597"/>
            <a:ext cx="587201" cy="302661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%1</a:t>
            </a:r>
            <a:endParaRPr lang="zh-CN" altLang="en-US" sz="1600" dirty="0">
              <a:solidFill>
                <a:schemeClr val="tx1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C713CE1-5FA9-68A9-012A-06658ECE52FC}"/>
              </a:ext>
            </a:extLst>
          </p:cNvPr>
          <p:cNvGrpSpPr/>
          <p:nvPr/>
        </p:nvGrpSpPr>
        <p:grpSpPr>
          <a:xfrm>
            <a:off x="1376723" y="5302360"/>
            <a:ext cx="3288876" cy="516252"/>
            <a:chOff x="4570519" y="5223981"/>
            <a:chExt cx="2230816" cy="516252"/>
          </a:xfrm>
        </p:grpSpPr>
        <p:sp>
          <p:nvSpPr>
            <p:cNvPr id="61" name="流程图: 过程 60">
              <a:extLst>
                <a:ext uri="{FF2B5EF4-FFF2-40B4-BE49-F238E27FC236}">
                  <a16:creationId xmlns:a16="http://schemas.microsoft.com/office/drawing/2014/main" id="{B5DA2552-26A2-F2D8-15F2-38D93A7DB4D6}"/>
                </a:ext>
              </a:extLst>
            </p:cNvPr>
            <p:cNvSpPr/>
            <p:nvPr/>
          </p:nvSpPr>
          <p:spPr>
            <a:xfrm>
              <a:off x="4732424" y="5223981"/>
              <a:ext cx="1940767" cy="516252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流程图: 过程 61">
              <a:extLst>
                <a:ext uri="{FF2B5EF4-FFF2-40B4-BE49-F238E27FC236}">
                  <a16:creationId xmlns:a16="http://schemas.microsoft.com/office/drawing/2014/main" id="{D4B2924E-FA6C-FD3B-D038-92612D7AABDA}"/>
                </a:ext>
              </a:extLst>
            </p:cNvPr>
            <p:cNvSpPr/>
            <p:nvPr/>
          </p:nvSpPr>
          <p:spPr>
            <a:xfrm>
              <a:off x="4570519" y="5338627"/>
              <a:ext cx="2230816" cy="302661"/>
            </a:xfrm>
            <a:prstGeom prst="flowChartProcess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108000" bIns="0" rtlCol="0" anchor="ctr"/>
            <a:lstStyle/>
            <a:p>
              <a:pPr algn="r"/>
              <a:endParaRPr lang="zh-CN" altLang="en-US" sz="1600" dirty="0">
                <a:solidFill>
                  <a:schemeClr val="tx1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1BD21621-BF58-44C3-A605-73061E4C6757}"/>
              </a:ext>
            </a:extLst>
          </p:cNvPr>
          <p:cNvSpPr txBox="1"/>
          <p:nvPr/>
        </p:nvSpPr>
        <p:spPr>
          <a:xfrm>
            <a:off x="921226" y="5198744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41AC402-ADEA-B3C6-D5A4-C4F03B06EC21}"/>
              </a:ext>
            </a:extLst>
          </p:cNvPr>
          <p:cNvCxnSpPr>
            <a:cxnSpLocks/>
          </p:cNvCxnSpPr>
          <p:nvPr/>
        </p:nvCxnSpPr>
        <p:spPr>
          <a:xfrm>
            <a:off x="1067735" y="5585928"/>
            <a:ext cx="4226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7A4E1CC1-D58E-AB2C-13F9-33C566BF0EE8}"/>
              </a:ext>
            </a:extLst>
          </p:cNvPr>
          <p:cNvSpPr txBox="1"/>
          <p:nvPr/>
        </p:nvSpPr>
        <p:spPr>
          <a:xfrm>
            <a:off x="4572209" y="5201725"/>
            <a:ext cx="667656" cy="377283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69E3F720-0F12-3224-C71F-71F6A113376F}"/>
              </a:ext>
            </a:extLst>
          </p:cNvPr>
          <p:cNvCxnSpPr>
            <a:cxnSpLocks/>
          </p:cNvCxnSpPr>
          <p:nvPr/>
        </p:nvCxnSpPr>
        <p:spPr>
          <a:xfrm>
            <a:off x="4701080" y="5585928"/>
            <a:ext cx="453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478AD226-AF84-6E5D-B954-9996092CC310}"/>
              </a:ext>
            </a:extLst>
          </p:cNvPr>
          <p:cNvSpPr/>
          <p:nvPr/>
        </p:nvSpPr>
        <p:spPr>
          <a:xfrm>
            <a:off x="7076558" y="2248678"/>
            <a:ext cx="3648058" cy="345232"/>
          </a:xfrm>
          <a:prstGeom prst="rect">
            <a:avLst/>
          </a:prstGeom>
          <a:noFill/>
          <a:ln w="19050">
            <a:solidFill>
              <a:srgbClr val="992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ABDBB68-07D5-7242-2EB9-3F060C944D2B}"/>
                  </a:ext>
                </a:extLst>
              </p:cNvPr>
              <p:cNvSpPr txBox="1"/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ABDBB68-07D5-7242-2EB9-3F060C94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37" y="3821405"/>
                <a:ext cx="453346" cy="284309"/>
              </a:xfrm>
              <a:prstGeom prst="rect">
                <a:avLst/>
              </a:prstGeom>
              <a:blipFill>
                <a:blip r:embed="rId23"/>
                <a:stretch>
                  <a:fillRect l="-28378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54A3565-A9ED-7A46-D162-13ECCD9CBC8C}"/>
                  </a:ext>
                </a:extLst>
              </p:cNvPr>
              <p:cNvSpPr txBox="1"/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54A3565-A9ED-7A46-D162-13ECCD9CB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048" y="3821405"/>
                <a:ext cx="453346" cy="284309"/>
              </a:xfrm>
              <a:prstGeom prst="rect">
                <a:avLst/>
              </a:prstGeom>
              <a:blipFill>
                <a:blip r:embed="rId24"/>
                <a:stretch>
                  <a:fillRect l="-28000" r="-2666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67A0964-E43F-6C67-C384-17137C2ED732}"/>
                  </a:ext>
                </a:extLst>
              </p:cNvPr>
              <p:cNvSpPr txBox="1"/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67A0964-E43F-6C67-C384-17137C2ED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42" y="3825196"/>
                <a:ext cx="453346" cy="284309"/>
              </a:xfrm>
              <a:prstGeom prst="rect">
                <a:avLst/>
              </a:prstGeom>
              <a:blipFill>
                <a:blip r:embed="rId25"/>
                <a:stretch>
                  <a:fillRect l="-28378" r="-27027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8ABDB27-C14D-5EAF-F9E5-7B3119995A88}"/>
                  </a:ext>
                </a:extLst>
              </p:cNvPr>
              <p:cNvSpPr txBox="1"/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8ABDB27-C14D-5EAF-F9E5-7B3119995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83" y="3825196"/>
                <a:ext cx="453346" cy="284309"/>
              </a:xfrm>
              <a:prstGeom prst="rect">
                <a:avLst/>
              </a:prstGeom>
              <a:blipFill>
                <a:blip r:embed="rId26"/>
                <a:stretch>
                  <a:fillRect l="-27027" r="-2837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D902E201-CCC2-E7DD-F449-C4DC4B894DE8}"/>
                  </a:ext>
                </a:extLst>
              </p:cNvPr>
              <p:cNvSpPr/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D902E201-CCC2-E7DD-F449-C4DC4B894D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0" y="4547540"/>
                <a:ext cx="409887" cy="409887"/>
              </a:xfrm>
              <a:prstGeom prst="ellipse">
                <a:avLst/>
              </a:prstGeom>
              <a:blipFill>
                <a:blip r:embed="rId27"/>
                <a:stretch>
                  <a:fillRect l="-10145" r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570E9624-692C-1918-D1FE-BF9B2A7A6058}"/>
                  </a:ext>
                </a:extLst>
              </p:cNvPr>
              <p:cNvSpPr/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𝒐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570E9624-692C-1918-D1FE-BF9B2A7A6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439" y="4556375"/>
                <a:ext cx="409887" cy="409887"/>
              </a:xfrm>
              <a:prstGeom prst="ellipse">
                <a:avLst/>
              </a:prstGeom>
              <a:blipFill>
                <a:blip r:embed="rId28"/>
                <a:stretch>
                  <a:fillRect l="-10000" r="-71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369A1CE1-C6EC-6F9F-7F34-078D1286009D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 rot="10800000" flipV="1">
            <a:off x="1777741" y="2696450"/>
            <a:ext cx="10289" cy="2056034"/>
          </a:xfrm>
          <a:prstGeom prst="curvedConnector3">
            <a:avLst>
              <a:gd name="adj1" fmla="val 5030256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472736B7-7BC6-3AB1-0ED3-AABA27115CA4}"/>
              </a:ext>
            </a:extLst>
          </p:cNvPr>
          <p:cNvCxnSpPr>
            <a:cxnSpLocks/>
            <a:stCxn id="19" idx="6"/>
            <a:endCxn id="75" idx="6"/>
          </p:cNvCxnSpPr>
          <p:nvPr/>
        </p:nvCxnSpPr>
        <p:spPr>
          <a:xfrm flipH="1">
            <a:off x="4959326" y="2696448"/>
            <a:ext cx="4544" cy="2064871"/>
          </a:xfrm>
          <a:prstGeom prst="curvedConnector3">
            <a:avLst>
              <a:gd name="adj1" fmla="val -8932262"/>
            </a:avLst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1D45035-B0B0-7B49-11BD-9C459615CFB3}"/>
              </a:ext>
            </a:extLst>
          </p:cNvPr>
          <p:cNvCxnSpPr>
            <a:cxnSpLocks/>
            <a:stCxn id="74" idx="6"/>
            <a:endCxn id="24" idx="2"/>
          </p:cNvCxnSpPr>
          <p:nvPr/>
        </p:nvCxnSpPr>
        <p:spPr>
          <a:xfrm>
            <a:off x="2187627" y="4752484"/>
            <a:ext cx="545680" cy="8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225889F-3FE0-27E5-4C87-F6B8F58B434A}"/>
              </a:ext>
            </a:extLst>
          </p:cNvPr>
          <p:cNvCxnSpPr>
            <a:cxnSpLocks/>
            <a:stCxn id="75" idx="2"/>
            <a:endCxn id="25" idx="6"/>
          </p:cNvCxnSpPr>
          <p:nvPr/>
        </p:nvCxnSpPr>
        <p:spPr>
          <a:xfrm flipH="1">
            <a:off x="4098761" y="4761319"/>
            <a:ext cx="4506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2BD3022-C7C8-A9C9-343F-7D825A74E00E}"/>
                  </a:ext>
                </a:extLst>
              </p:cNvPr>
              <p:cNvSpPr txBox="1"/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2BD3022-C7C8-A9C9-343F-7D825A74E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78" y="4858956"/>
                <a:ext cx="453346" cy="284309"/>
              </a:xfrm>
              <a:prstGeom prst="rect">
                <a:avLst/>
              </a:prstGeom>
              <a:blipFill>
                <a:blip r:embed="rId29"/>
                <a:stretch>
                  <a:fillRect l="-10811" r="-8108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06B9C42-5B9B-C449-585C-7A15009E42BA}"/>
                  </a:ext>
                </a:extLst>
              </p:cNvPr>
              <p:cNvSpPr txBox="1"/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06B9C42-5B9B-C449-585C-7A15009E4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136" y="4858956"/>
                <a:ext cx="453346" cy="284309"/>
              </a:xfrm>
              <a:prstGeom prst="rect">
                <a:avLst/>
              </a:prstGeom>
              <a:blipFill>
                <a:blip r:embed="rId30"/>
                <a:stretch>
                  <a:fillRect l="-10811" r="-9459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EE7AEBF-544A-D129-FE83-097E64A7682C}"/>
                  </a:ext>
                </a:extLst>
              </p:cNvPr>
              <p:cNvSpPr txBox="1"/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EE7AEBF-544A-D129-FE83-097E64A76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514" y="4861973"/>
                <a:ext cx="453346" cy="284309"/>
              </a:xfrm>
              <a:prstGeom prst="rect">
                <a:avLst/>
              </a:prstGeom>
              <a:blipFill>
                <a:blip r:embed="rId31"/>
                <a:stretch>
                  <a:fillRect l="-9459" r="-9459" b="-30435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9009041-49A1-4A5C-8C37-4E19A3EAF9CB}"/>
                  </a:ext>
                </a:extLst>
              </p:cNvPr>
              <p:cNvSpPr txBox="1"/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noFill/>
              <a:ln w="19050">
                <a:noFill/>
                <a:prstDash val="lgDash"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9009041-49A1-4A5C-8C37-4E19A3EAF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36" y="4871603"/>
                <a:ext cx="453346" cy="284309"/>
              </a:xfrm>
              <a:prstGeom prst="rect">
                <a:avLst/>
              </a:prstGeom>
              <a:blipFill>
                <a:blip r:embed="rId32"/>
                <a:stretch>
                  <a:fillRect l="-9459" r="-10811" b="-29787"/>
                </a:stretch>
              </a:blipFill>
              <a:ln w="19050">
                <a:noFill/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标题 11">
            <a:extLst>
              <a:ext uri="{FF2B5EF4-FFF2-40B4-BE49-F238E27FC236}">
                <a16:creationId xmlns:a16="http://schemas.microsoft.com/office/drawing/2014/main" id="{92306E30-8D92-4B02-1C9E-FB5A8CE89B78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域敏感分析</a:t>
            </a:r>
          </a:p>
        </p:txBody>
      </p:sp>
    </p:spTree>
    <p:extLst>
      <p:ext uri="{BB962C8B-B14F-4D97-AF65-F5344CB8AC3E}">
        <p14:creationId xmlns:p14="http://schemas.microsoft.com/office/powerpoint/2010/main" val="3448283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D1C05-64B6-16DA-0E97-3AD74619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19141A-CD37-8729-0B2D-BA000AC1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69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27" name="爆炸形: 14 pt  26">
            <a:extLst>
              <a:ext uri="{FF2B5EF4-FFF2-40B4-BE49-F238E27FC236}">
                <a16:creationId xmlns:a16="http://schemas.microsoft.com/office/drawing/2014/main" id="{0891008E-3733-3993-ABE6-985BC6A0CD83}"/>
              </a:ext>
            </a:extLst>
          </p:cNvPr>
          <p:cNvSpPr/>
          <p:nvPr/>
        </p:nvSpPr>
        <p:spPr>
          <a:xfrm>
            <a:off x="65626" y="799116"/>
            <a:ext cx="2050557" cy="951307"/>
          </a:xfrm>
          <a:prstGeom prst="irregularSeal2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作业</a:t>
            </a:r>
            <a:r>
              <a:rPr lang="en-US" altLang="zh-CN" sz="2400" b="1" dirty="0">
                <a:solidFill>
                  <a:schemeClr val="tx1"/>
                </a:solidFill>
              </a:rPr>
              <a:t>5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76D1599E-D8F1-E021-868B-C23DC1742BEC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实践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AD30D5-C8CE-0A84-1882-0E1357E964D3}"/>
              </a:ext>
            </a:extLst>
          </p:cNvPr>
          <p:cNvSpPr txBox="1">
            <a:spLocks/>
          </p:cNvSpPr>
          <p:nvPr/>
        </p:nvSpPr>
        <p:spPr>
          <a:xfrm>
            <a:off x="1478460" y="1748665"/>
            <a:ext cx="9529174" cy="327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cs typeface="Calibri" panose="020F0502020204030204" pitchFamily="34" charset="0"/>
              </a:rPr>
              <a:t>更新</a:t>
            </a:r>
            <a:r>
              <a:rPr lang="en-US" altLang="zh-CN" dirty="0">
                <a:latin typeface="+mn-ea"/>
                <a:cs typeface="Calibri" panose="020F0502020204030204" pitchFamily="34" charset="0"/>
              </a:rPr>
              <a:t>SVF</a:t>
            </a:r>
            <a:r>
              <a:rPr lang="zh-CN" altLang="en-US" dirty="0">
                <a:latin typeface="+mn-ea"/>
                <a:cs typeface="Calibri" panose="020F0502020204030204" pitchFamily="34" charset="0"/>
              </a:rPr>
              <a:t>代码库到本地并确保系统中包含环境变量</a:t>
            </a:r>
            <a:r>
              <a:rPr lang="en-US" altLang="zh-C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SVF_DIR</a:t>
            </a:r>
            <a:r>
              <a:rPr lang="zh-CN" alt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（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git pull origin master</a:t>
            </a:r>
            <a:r>
              <a:rPr lang="zh-CN" alt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）</a:t>
            </a:r>
            <a:r>
              <a:rPr lang="zh-CN" altLang="en-US" sz="1600" dirty="0">
                <a:latin typeface="+mn-ea"/>
                <a:cs typeface="Calibri" panose="020F0502020204030204" pitchFamily="34" charset="0"/>
              </a:rPr>
              <a:t>：</a:t>
            </a:r>
            <a:endParaRPr lang="en-US" altLang="zh-CN" sz="1600" dirty="0">
              <a:latin typeface="+mn-ea"/>
              <a:cs typeface="Calibri" panose="020F0502020204030204" pitchFamily="34" charset="0"/>
            </a:endParaRPr>
          </a:p>
          <a:p>
            <a:pPr algn="ctr">
              <a:lnSpc>
                <a:spcPts val="2600"/>
              </a:lnSpc>
              <a:spcBef>
                <a:spcPts val="600"/>
              </a:spcBef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https://github.com/BITSAC2025/SVF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cs typeface="Calibri" panose="020F0502020204030204" pitchFamily="34" charset="0"/>
              </a:rPr>
              <a:t>完善代码并提交：</a:t>
            </a:r>
            <a:endParaRPr lang="en-US" altLang="zh-CN" dirty="0">
              <a:latin typeface="+mn-ea"/>
              <a:cs typeface="Calibri" panose="020F0502020204030204" pitchFamily="34" charset="0"/>
            </a:endParaRPr>
          </a:p>
          <a:p>
            <a:pPr marL="742950" lvl="1" indent="-28575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  <a:cs typeface="Calibri" panose="020F0502020204030204" pitchFamily="34" charset="0"/>
              </a:rPr>
              <a:t>链接：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https://classroom.github.com/a/1QhOArv5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任务：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lnSpc>
                <a:spcPts val="2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下载代码库：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git clone …</a:t>
            </a:r>
          </a:p>
          <a:p>
            <a:pPr marL="1257300" lvl="2" indent="-342900">
              <a:lnSpc>
                <a:spcPts val="2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完善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Assignment-5-Andersen/Andersen.cpp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，完成其集合约束分析功能</a:t>
            </a:r>
            <a:endParaRPr lang="en-US" altLang="zh-CN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lnSpc>
                <a:spcPts val="26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提交代码库：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git push …</a:t>
            </a:r>
          </a:p>
        </p:txBody>
      </p:sp>
    </p:spTree>
    <p:extLst>
      <p:ext uri="{BB962C8B-B14F-4D97-AF65-F5344CB8AC3E}">
        <p14:creationId xmlns:p14="http://schemas.microsoft.com/office/powerpoint/2010/main" val="2842556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1444F-581D-E0F8-287C-51AB20829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5E564D-3ECB-046F-56B5-4C1619E8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70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AAA4104F-2BE5-26CE-FB36-D38BA5EC1D91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参考资料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C94334-F795-9E9A-0A7C-4317D40B204B}"/>
              </a:ext>
            </a:extLst>
          </p:cNvPr>
          <p:cNvSpPr/>
          <p:nvPr/>
        </p:nvSpPr>
        <p:spPr>
          <a:xfrm>
            <a:off x="627014" y="853440"/>
            <a:ext cx="10866219" cy="5556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72000" tIns="72000" rIns="0" bIns="0" rtlCol="0" anchor="t" anchorCtr="0"/>
          <a:lstStyle/>
          <a:p>
            <a:pPr algn="ctr">
              <a:lnSpc>
                <a:spcPts val="2000"/>
              </a:lnSpc>
              <a:spcBef>
                <a:spcPts val="600"/>
              </a:spcBef>
            </a:pPr>
            <a:r>
              <a:rPr lang="en-US" altLang="zh-CN" sz="2000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ConstraintGraph</a:t>
            </a:r>
            <a:r>
              <a:rPr lang="en-US" altLang="zh-CN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::</a:t>
            </a:r>
            <a:endParaRPr lang="en-US" altLang="zh-CN" sz="16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2BA18D-20BD-0E01-F2BA-B913F8006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80" y="890482"/>
            <a:ext cx="2682391" cy="231744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F35C2D8-0E18-2DF2-ECBE-D1A861B9D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80" y="3466717"/>
            <a:ext cx="5493831" cy="51674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9673776-20B2-1003-52AB-CE423B34D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67" y="4205523"/>
            <a:ext cx="5092433" cy="2110124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2DBF8235-B603-379B-325A-DB87DFA7F0F4}"/>
              </a:ext>
            </a:extLst>
          </p:cNvPr>
          <p:cNvGrpSpPr/>
          <p:nvPr/>
        </p:nvGrpSpPr>
        <p:grpSpPr>
          <a:xfrm>
            <a:off x="4949113" y="1587532"/>
            <a:ext cx="6485243" cy="1142188"/>
            <a:chOff x="4949113" y="1587532"/>
            <a:chExt cx="6485243" cy="114218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1FC2BA5-5CB1-6687-8993-67B64C672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4044" y="2038626"/>
              <a:ext cx="6410312" cy="324947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FBADD3F-472A-2FE6-4E01-354403E1A7BF}"/>
                </a:ext>
              </a:extLst>
            </p:cNvPr>
            <p:cNvSpPr txBox="1"/>
            <p:nvPr/>
          </p:nvSpPr>
          <p:spPr>
            <a:xfrm>
              <a:off x="4949113" y="1587532"/>
              <a:ext cx="1077222" cy="38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  <a:spcBef>
                  <a:spcPts val="1200"/>
                </a:spcBef>
              </a:pPr>
              <a:r>
                <a:rPr lang="en-US" altLang="zh-CN" b="1" dirty="0">
                  <a:latin typeface="Calibri" panose="020F0502020204030204" pitchFamily="34" charset="0"/>
                  <a:cs typeface="Calibri" panose="020F0502020204030204" pitchFamily="34" charset="0"/>
                </a:rPr>
                <a:t>Usages:</a:t>
              </a:r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3A15CD6-2C92-06A0-D3BF-C58294862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4044" y="2477102"/>
              <a:ext cx="5295615" cy="2526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3479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2792-BCD2-C28E-B8C4-C8484B6F3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56081D-1A08-8C13-FD0C-40DFAE36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71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35BCE159-AA72-AB5E-3D40-3821C9AA027E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参考资料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95C927-E6D2-5338-3A5C-6538C8E750F8}"/>
              </a:ext>
            </a:extLst>
          </p:cNvPr>
          <p:cNvSpPr/>
          <p:nvPr/>
        </p:nvSpPr>
        <p:spPr>
          <a:xfrm>
            <a:off x="627014" y="853438"/>
            <a:ext cx="10866219" cy="5390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72000" tIns="72000" rIns="0" bIns="0" rtlCol="0" anchor="t" anchorCtr="0"/>
          <a:lstStyle/>
          <a:p>
            <a:pPr algn="ctr">
              <a:lnSpc>
                <a:spcPts val="2000"/>
              </a:lnSpc>
              <a:spcBef>
                <a:spcPts val="600"/>
              </a:spcBef>
            </a:pPr>
            <a:r>
              <a:rPr lang="en-US" altLang="zh-CN" sz="2000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ConstraintNode</a:t>
            </a:r>
            <a:r>
              <a:rPr lang="en-US" altLang="zh-CN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::</a:t>
            </a:r>
            <a:endParaRPr lang="en-US" altLang="zh-CN" sz="16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8D3910-A94A-27F8-AA41-1B1BC2CA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66" y="1162693"/>
            <a:ext cx="5941129" cy="49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75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03642-B621-DAC6-F9FD-DD389271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7C2086-D20F-21FF-F066-38C7CB85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6764" y="6544542"/>
            <a:ext cx="535236" cy="26991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43A64C-4748-49B6-9356-B4EA493437C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72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标题 11">
            <a:extLst>
              <a:ext uri="{FF2B5EF4-FFF2-40B4-BE49-F238E27FC236}">
                <a16:creationId xmlns:a16="http://schemas.microsoft.com/office/drawing/2014/main" id="{6A9A7298-82CB-8F4D-5FB6-5D16366FE5F9}"/>
              </a:ext>
            </a:extLst>
          </p:cNvPr>
          <p:cNvSpPr txBox="1"/>
          <p:nvPr/>
        </p:nvSpPr>
        <p:spPr bwMode="auto">
          <a:xfrm>
            <a:off x="1158241" y="179835"/>
            <a:ext cx="1103376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lvl="0">
              <a:defRPr/>
            </a:pPr>
            <a:r>
              <a:rPr lang="zh-CN" altLang="en-US" sz="3200" dirty="0">
                <a:solidFill>
                  <a:srgbClr val="992D2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参考资料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44129AF-8FEA-A49C-A0FC-B21734E4F41E}"/>
              </a:ext>
            </a:extLst>
          </p:cNvPr>
          <p:cNvGrpSpPr/>
          <p:nvPr/>
        </p:nvGrpSpPr>
        <p:grpSpPr>
          <a:xfrm>
            <a:off x="627014" y="1550123"/>
            <a:ext cx="10866219" cy="2987042"/>
            <a:chOff x="627014" y="853438"/>
            <a:chExt cx="10866219" cy="298704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985EF66-8B8A-6215-A93E-C75FF65E3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767" y="1409969"/>
              <a:ext cx="7200000" cy="2171429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F0C62F8-E09B-D762-2CA0-99F3182262A8}"/>
                </a:ext>
              </a:extLst>
            </p:cNvPr>
            <p:cNvSpPr/>
            <p:nvPr/>
          </p:nvSpPr>
          <p:spPr>
            <a:xfrm>
              <a:off x="627014" y="853438"/>
              <a:ext cx="10866219" cy="29870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72000" tIns="72000" rIns="0" bIns="0" rtlCol="0" anchor="t" anchorCtr="0"/>
            <a:lstStyle/>
            <a:p>
              <a:pPr algn="ctr">
                <a:lnSpc>
                  <a:spcPts val="2000"/>
                </a:lnSpc>
                <a:spcBef>
                  <a:spcPts val="600"/>
                </a:spcBef>
              </a:pPr>
              <a:r>
                <a:rPr lang="en-US" altLang="zh-CN" sz="2000" b="1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Casting::</a:t>
              </a:r>
              <a:endParaRPr lang="en-US" altLang="zh-CN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43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1,869383|2,675842|3,16777215|4,482054|5,714624|6,15921906"/>
  <p:tag name="BAKCCOLORTYPE" val="Color_Theme"/>
  <p:tag name="BAKCCOLOR" val="1"/>
  <p:tag name="POCKET_APPLY_TIME" val="2019年9月3日"/>
  <p:tag name="POCKET_APPLY_TYPE" val="Slide"/>
  <p:tag name="TAG_SCENEANIMNAME" val="简约扁平8.pa"/>
  <p:tag name="KSO_WM_SPECIAL_SOURCE" val="bdnul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4nx0ysa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 w="19050">
          <a:solidFill>
            <a:srgbClr val="002060"/>
          </a:solidFill>
          <a:prstDash val="lgDash"/>
        </a:ln>
      </a:spPr>
      <a:bodyPr wrap="square" bIns="252095" anchor="ctr" anchorCtr="1">
        <a:noAutofit/>
      </a:bodyPr>
      <a:lstStyle>
        <a:defPPr marL="285750" indent="-285750" algn="just">
          <a:lnSpc>
            <a:spcPct val="200000"/>
          </a:lnSpc>
          <a:buClr>
            <a:prstClr val="black"/>
          </a:buClr>
          <a:buFont typeface="Wingdings" panose="05000000000000000000" pitchFamily="2" charset="2"/>
          <a:buChar char="p"/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5568</TotalTime>
  <Words>10611</Words>
  <Application>Microsoft Office PowerPoint</Application>
  <PresentationFormat>宽屏</PresentationFormat>
  <Paragraphs>2454</Paragraphs>
  <Slides>72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黑体</vt:lpstr>
      <vt:lpstr>华文行楷</vt:lpstr>
      <vt:lpstr>隶书</vt:lpstr>
      <vt:lpstr>思源黑体</vt:lpstr>
      <vt:lpstr>微软雅黑</vt:lpstr>
      <vt:lpstr>微软雅黑 Light</vt:lpstr>
      <vt:lpstr>Abadi</vt:lpstr>
      <vt:lpstr>Arial</vt:lpstr>
      <vt:lpstr>Calibri</vt:lpstr>
      <vt:lpstr>Cambria Math</vt:lpstr>
      <vt:lpstr>Cascadia Code</vt:lpstr>
      <vt:lpstr>Cascadia Code Light</vt:lpstr>
      <vt:lpstr>Cascadia Code SemiLight</vt:lpstr>
      <vt:lpstr>Times New Roman</vt:lpstr>
      <vt:lpstr>Wingdings</vt:lpstr>
      <vt:lpstr>WPS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</dc:creator>
  <cp:lastModifiedBy>Yuxiang Lei</cp:lastModifiedBy>
  <cp:revision>121</cp:revision>
  <dcterms:created xsi:type="dcterms:W3CDTF">2023-08-09T12:44:00Z</dcterms:created>
  <dcterms:modified xsi:type="dcterms:W3CDTF">2025-10-19T04:35:35Z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073CCCA0E5BA4F8D897F2543B1DF1007_12</vt:lpwstr>
  </property>
</Properties>
</file>